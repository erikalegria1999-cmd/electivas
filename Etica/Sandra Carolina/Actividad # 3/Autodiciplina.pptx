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16"/>
  </p:notesMasterIdLst>
  <p:handoutMasterIdLst>
    <p:handoutMasterId r:id="rId17"/>
  </p:handoutMasterIdLst>
  <p:sldIdLst>
    <p:sldId id="260" r:id="rId2"/>
    <p:sldId id="256" r:id="rId3"/>
    <p:sldId id="269" r:id="rId4"/>
    <p:sldId id="263" r:id="rId5"/>
    <p:sldId id="270" r:id="rId6"/>
    <p:sldId id="271" r:id="rId7"/>
    <p:sldId id="266" r:id="rId8"/>
    <p:sldId id="272" r:id="rId9"/>
    <p:sldId id="273" r:id="rId10"/>
    <p:sldId id="274" r:id="rId11"/>
    <p:sldId id="275" r:id="rId12"/>
    <p:sldId id="276" r:id="rId13"/>
    <p:sldId id="277" r:id="rId14"/>
    <p:sldId id="278" r:id="rId15"/>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57" autoAdjust="0"/>
  </p:normalViewPr>
  <p:slideViewPr>
    <p:cSldViewPr snapToGrid="0">
      <p:cViewPr varScale="1">
        <p:scale>
          <a:sx n="78" d="100"/>
          <a:sy n="78" d="100"/>
        </p:scale>
        <p:origin x="878" y="72"/>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71" d="100"/>
          <a:sy n="71" d="100"/>
        </p:scale>
        <p:origin x="4194"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ADB35D6-9706-4ECB-A312-CA636741EA2E}" type="datetime1">
              <a:rPr lang="es-ES" smtClean="0"/>
              <a:t>29/06/2026</a:t>
            </a:fld>
            <a:endParaRPr lang="es-ES"/>
          </a:p>
        </p:txBody>
      </p:sp>
      <p:sp>
        <p:nvSpPr>
          <p:cNvPr id="4" name="Marcador de pie de página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número de diapositiva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s-ES" smtClean="0"/>
              <a:t>‹Nº›</a:t>
            </a:fld>
            <a:endParaRPr lang="es-ES"/>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BFB55BD-A342-4619-8C98-A561FD362244}" type="datetime1">
              <a:rPr lang="es-ES" noProof="0" smtClean="0"/>
              <a:t>29/06/2026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s-ES" noProof="0" smtClean="0"/>
              <a:t>‹Nº›</a:t>
            </a:fld>
            <a:endParaRPr lang="es-ES" noProof="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68B68C18-1BF1-F447-95ED-60EAAE35426E}" type="slidenum">
              <a:rPr lang="es-ES" smtClean="0"/>
              <a:t>1</a:t>
            </a:fld>
            <a:endParaRPr lang="es-ES"/>
          </a:p>
        </p:txBody>
      </p:sp>
    </p:spTree>
    <p:extLst>
      <p:ext uri="{BB962C8B-B14F-4D97-AF65-F5344CB8AC3E}">
        <p14:creationId xmlns:p14="http://schemas.microsoft.com/office/powerpoint/2010/main" val="1068706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68B68C18-1BF1-F447-95ED-60EAAE35426E}" type="slidenum">
              <a:rPr lang="es-ES" smtClean="0"/>
              <a:t>2</a:t>
            </a:fld>
            <a:endParaRPr lang="es-ES"/>
          </a:p>
        </p:txBody>
      </p:sp>
    </p:spTree>
    <p:extLst>
      <p:ext uri="{BB962C8B-B14F-4D97-AF65-F5344CB8AC3E}">
        <p14:creationId xmlns:p14="http://schemas.microsoft.com/office/powerpoint/2010/main" val="4239589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68B68C18-1BF1-F447-95ED-60EAAE35426E}" type="slidenum">
              <a:rPr lang="es-ES" smtClean="0"/>
              <a:t>3</a:t>
            </a:fld>
            <a:endParaRPr lang="es-ES"/>
          </a:p>
        </p:txBody>
      </p:sp>
    </p:spTree>
    <p:extLst>
      <p:ext uri="{BB962C8B-B14F-4D97-AF65-F5344CB8AC3E}">
        <p14:creationId xmlns:p14="http://schemas.microsoft.com/office/powerpoint/2010/main" val="1263412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68B68C18-1BF1-F447-95ED-60EAAE35426E}" type="slidenum">
              <a:rPr lang="es-ES" smtClean="0"/>
              <a:t>4</a:t>
            </a:fld>
            <a:endParaRPr lang="es-ES"/>
          </a:p>
        </p:txBody>
      </p:sp>
    </p:spTree>
    <p:extLst>
      <p:ext uri="{BB962C8B-B14F-4D97-AF65-F5344CB8AC3E}">
        <p14:creationId xmlns:p14="http://schemas.microsoft.com/office/powerpoint/2010/main" val="1811415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AA8F3-ED78-B70B-791C-D2ECC5D858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C59DE1-2E94-146D-0CFE-C8E72EA5D6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917960-AAC2-7114-8B5C-B37EF8CA2E88}"/>
              </a:ext>
            </a:extLst>
          </p:cNvPr>
          <p:cNvSpPr>
            <a:spLocks noGrp="1"/>
          </p:cNvSpPr>
          <p:nvPr>
            <p:ph type="body" idx="1"/>
          </p:nvPr>
        </p:nvSpPr>
        <p:spPr/>
        <p:txBody>
          <a:bodyPr rtlCol="0"/>
          <a:lstStyle/>
          <a:p>
            <a:pPr rtl="0"/>
            <a:endParaRPr lang="es-ES"/>
          </a:p>
        </p:txBody>
      </p:sp>
      <p:sp>
        <p:nvSpPr>
          <p:cNvPr id="4" name="Marcador de número de diapositiva 3">
            <a:extLst>
              <a:ext uri="{FF2B5EF4-FFF2-40B4-BE49-F238E27FC236}">
                <a16:creationId xmlns:a16="http://schemas.microsoft.com/office/drawing/2014/main" id="{AF056608-2B98-62E6-BC0D-E6C62CD9721F}"/>
              </a:ext>
            </a:extLst>
          </p:cNvPr>
          <p:cNvSpPr>
            <a:spLocks noGrp="1"/>
          </p:cNvSpPr>
          <p:nvPr>
            <p:ph type="sldNum" sz="quarter" idx="5"/>
          </p:nvPr>
        </p:nvSpPr>
        <p:spPr/>
        <p:txBody>
          <a:bodyPr rtlCol="0"/>
          <a:lstStyle/>
          <a:p>
            <a:pPr rtl="0"/>
            <a:fld id="{68B68C18-1BF1-F447-95ED-60EAAE35426E}" type="slidenum">
              <a:rPr lang="es-ES" smtClean="0"/>
              <a:t>6</a:t>
            </a:fld>
            <a:endParaRPr lang="es-ES"/>
          </a:p>
        </p:txBody>
      </p:sp>
    </p:spTree>
    <p:extLst>
      <p:ext uri="{BB962C8B-B14F-4D97-AF65-F5344CB8AC3E}">
        <p14:creationId xmlns:p14="http://schemas.microsoft.com/office/powerpoint/2010/main" val="2151351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68B68C18-1BF1-F447-95ED-60EAAE35426E}" type="slidenum">
              <a:rPr lang="es-ES" smtClean="0"/>
              <a:t>7</a:t>
            </a:fld>
            <a:endParaRPr lang="es-ES"/>
          </a:p>
        </p:txBody>
      </p:sp>
    </p:spTree>
    <p:extLst>
      <p:ext uri="{BB962C8B-B14F-4D97-AF65-F5344CB8AC3E}">
        <p14:creationId xmlns:p14="http://schemas.microsoft.com/office/powerpoint/2010/main" val="1866378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con imagen">
    <p:bg>
      <p:bgRef idx="1001">
        <a:schemeClr val="bg2"/>
      </p:bgRef>
    </p:bg>
    <p:spTree>
      <p:nvGrpSpPr>
        <p:cNvPr id="1" name=""/>
        <p:cNvGrpSpPr/>
        <p:nvPr/>
      </p:nvGrpSpPr>
      <p:grpSpPr>
        <a:xfrm>
          <a:off x="0" y="0"/>
          <a:ext cx="0" cy="0"/>
          <a:chOff x="0" y="0"/>
          <a:chExt cx="0" cy="0"/>
        </a:xfrm>
      </p:grpSpPr>
      <p:sp>
        <p:nvSpPr>
          <p:cNvPr id="12" name="Forma libre 6" title="Forma de número de página"/>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ítulo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cxnSp>
        <p:nvCxnSpPr>
          <p:cNvPr id="9" name="Conector recto 8" title="Línea de regla vertical"/>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Marcador de posición de imagen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s-ES" noProof="0"/>
              <a:t>Inserte foto de retrato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subtítulo y contenid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Marcador de texto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sp>
        <p:nvSpPr>
          <p:cNvPr id="3" name="Marcador de contenido 2"/>
          <p:cNvSpPr>
            <a:spLocks noGrp="1"/>
          </p:cNvSpPr>
          <p:nvPr>
            <p:ph idx="1" hasCustomPrompt="1"/>
          </p:nvPr>
        </p:nvSpPr>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147A131A-3C47-42C8-80FD-2A00E647C24E}"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11" name="Título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s-ES" noProof="0"/>
              <a:t>Haga clic para modificar el estilo de título del patrón</a:t>
            </a:r>
          </a:p>
        </p:txBody>
      </p:sp>
      <p:cxnSp>
        <p:nvCxnSpPr>
          <p:cNvPr id="12" name="Conector recto 11" title="Líneas de regla horizontal">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ágenes / viñetas de icono claras">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762000" y="559678"/>
            <a:ext cx="3833906" cy="2221622"/>
          </a:xfrm>
        </p:spPr>
        <p:txBody>
          <a:bodyPr rtlCol="0" anchor="b"/>
          <a:lstStyle/>
          <a:p>
            <a:pPr rtl="0"/>
            <a:r>
              <a:rPr lang="es-ES" noProof="0"/>
              <a:t>Haga clic para modificar el estilo de título del patrón</a:t>
            </a:r>
          </a:p>
        </p:txBody>
      </p:sp>
      <p:sp>
        <p:nvSpPr>
          <p:cNvPr id="4" name="Marcador de fecha 3"/>
          <p:cNvSpPr>
            <a:spLocks noGrp="1"/>
          </p:cNvSpPr>
          <p:nvPr>
            <p:ph type="dt" sz="half" idx="10"/>
          </p:nvPr>
        </p:nvSpPr>
        <p:spPr/>
        <p:txBody>
          <a:bodyPr rtlCol="0"/>
          <a:lstStyle/>
          <a:p>
            <a:pPr rtl="0"/>
            <a:fld id="{1C00B131-52BC-4479-B48F-CA8D52278783}"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20" name="Marcador de texto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Marcador de contenido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19" name="Marcador de texto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2" name="Marcador de texto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3" name="Marcador de texto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4" name="Marcador de texto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5" name="Marcador de texto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6" name="Marcador de posición de imagen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27" name="Marcador de posición de imagen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28" name="Marcador de posición de imagen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29" name="Marcador de posición de imagen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0" name="Marcador de posición de imagen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1" name="Marcador de posición de imagen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ñetas numeradas en una fila">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762000" y="559678"/>
            <a:ext cx="3833906" cy="2221622"/>
          </a:xfrm>
        </p:spPr>
        <p:txBody>
          <a:bodyPr rtlCol="0" anchor="b"/>
          <a:lstStyle/>
          <a:p>
            <a:pPr rtl="0"/>
            <a:r>
              <a:rPr lang="es-ES" noProof="0"/>
              <a:t>Haga clic para modificar el estilo de título del patrón</a:t>
            </a:r>
          </a:p>
        </p:txBody>
      </p:sp>
      <p:sp>
        <p:nvSpPr>
          <p:cNvPr id="3" name="Marcador de contenido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s-ES" noProof="0"/>
              <a:t>Descripción del evento</a:t>
            </a:r>
          </a:p>
        </p:txBody>
      </p:sp>
      <p:sp>
        <p:nvSpPr>
          <p:cNvPr id="4" name="Marcador de fecha 3"/>
          <p:cNvSpPr>
            <a:spLocks noGrp="1"/>
          </p:cNvSpPr>
          <p:nvPr>
            <p:ph type="dt" sz="half" idx="10"/>
          </p:nvPr>
        </p:nvSpPr>
        <p:spPr/>
        <p:txBody>
          <a:bodyPr rtlCol="0"/>
          <a:lstStyle/>
          <a:p>
            <a:pPr rtl="0"/>
            <a:fld id="{0E357476-58FA-4BEA-A399-2BE6A3D60823}"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9" name="Marcador de texto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s-ES" noProof="0"/>
              <a:t>Descripción del evento</a:t>
            </a:r>
          </a:p>
        </p:txBody>
      </p:sp>
      <p:sp>
        <p:nvSpPr>
          <p:cNvPr id="11" name="Marcador de texto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s-ES" noProof="0"/>
              <a:t>Descripción del evento</a:t>
            </a:r>
          </a:p>
        </p:txBody>
      </p:sp>
      <p:sp>
        <p:nvSpPr>
          <p:cNvPr id="13" name="Marcador de texto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s-ES" noProof="0"/>
              <a:t>1</a:t>
            </a:r>
          </a:p>
        </p:txBody>
      </p:sp>
      <p:sp>
        <p:nvSpPr>
          <p:cNvPr id="15" name="Marcador de texto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s-ES" noProof="0"/>
              <a:t>2</a:t>
            </a:r>
          </a:p>
        </p:txBody>
      </p:sp>
      <p:sp>
        <p:nvSpPr>
          <p:cNvPr id="17" name="Marcador de texto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s-ES" noProof="0"/>
              <a:t>3</a:t>
            </a:r>
          </a:p>
        </p:txBody>
      </p:sp>
      <p:sp>
        <p:nvSpPr>
          <p:cNvPr id="20" name="Marcador de texto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lo el título y el subtítulo">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s-ES" noProof="0"/>
              <a:t>Haga clic para modificar el estilo de título del patrón</a:t>
            </a:r>
          </a:p>
        </p:txBody>
      </p:sp>
      <p:sp>
        <p:nvSpPr>
          <p:cNvPr id="4" name="Marcador de fecha 3"/>
          <p:cNvSpPr>
            <a:spLocks noGrp="1"/>
          </p:cNvSpPr>
          <p:nvPr>
            <p:ph type="dt" sz="half" idx="10"/>
          </p:nvPr>
        </p:nvSpPr>
        <p:spPr/>
        <p:txBody>
          <a:bodyPr rtlCol="0"/>
          <a:lstStyle>
            <a:lvl1pPr>
              <a:defRPr>
                <a:solidFill>
                  <a:schemeClr val="bg1"/>
                </a:solidFill>
              </a:defRPr>
            </a:lvl1pPr>
          </a:lstStyle>
          <a:p>
            <a:pPr rtl="0"/>
            <a:fld id="{14AAE3FB-AF4D-4837-904A-0EE1460D94CD}"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lvl1pPr>
              <a:defRPr>
                <a:solidFill>
                  <a:schemeClr val="bg1"/>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20" name="Marcador de texto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ágenes / viñetas de icono">
    <p:bg>
      <p:bgPr>
        <a:solidFill>
          <a:schemeClr val="bg2"/>
        </a:solidFill>
        <a:effectLst/>
      </p:bgPr>
    </p:bg>
    <p:spTree>
      <p:nvGrpSpPr>
        <p:cNvPr id="1" name=""/>
        <p:cNvGrpSpPr/>
        <p:nvPr/>
      </p:nvGrpSpPr>
      <p:grpSpPr>
        <a:xfrm>
          <a:off x="0" y="0"/>
          <a:ext cx="0" cy="0"/>
          <a:chOff x="0" y="0"/>
          <a:chExt cx="0" cy="0"/>
        </a:xfrm>
      </p:grpSpPr>
      <p:sp>
        <p:nvSpPr>
          <p:cNvPr id="9" name="Forma libre 6" title="Forma de número de página">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s-ES" noProof="0"/>
              <a:t>Haga clic para modificar el estilo de título del patrón</a:t>
            </a:r>
          </a:p>
        </p:txBody>
      </p:sp>
      <p:sp>
        <p:nvSpPr>
          <p:cNvPr id="4" name="Marcador de fecha 3"/>
          <p:cNvSpPr>
            <a:spLocks noGrp="1"/>
          </p:cNvSpPr>
          <p:nvPr>
            <p:ph type="dt" sz="half" idx="10"/>
          </p:nvPr>
        </p:nvSpPr>
        <p:spPr/>
        <p:txBody>
          <a:bodyPr rtlCol="0"/>
          <a:lstStyle>
            <a:lvl1pPr>
              <a:defRPr>
                <a:solidFill>
                  <a:schemeClr val="bg1"/>
                </a:solidFill>
              </a:defRPr>
            </a:lvl1pPr>
          </a:lstStyle>
          <a:p>
            <a:pPr rtl="0"/>
            <a:fld id="{D00BD39A-D68C-4B43-BA5F-4D5B9F8304B6}"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lvl1pPr>
              <a:defRPr>
                <a:solidFill>
                  <a:schemeClr val="bg1"/>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20" name="Marcador de texto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Marcador de contenido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11" name="Marcador de texto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12" name="Marcador de texto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7" name="Marcador de texto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16" name="Marcador de texto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19" name="Marcador de texto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3" name="Marcador de posición de imagen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25" name="Marcador de posición de imagen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27" name="Marcador de posición de imagen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1" name="Marcador de posición de imagen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3" name="Marcador de posición de imagen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5" name="Marcador de posición de imagen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fotos medianas con descripciones">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hasCustomPrompt="1"/>
          </p:nvPr>
        </p:nvSpPr>
        <p:spPr>
          <a:xfrm>
            <a:off x="762000" y="2831932"/>
            <a:ext cx="3833906" cy="1562638"/>
          </a:xfrm>
        </p:spPr>
        <p:txBody>
          <a:bodyPr rtlCol="0" anchor="b"/>
          <a:lstStyle>
            <a:lvl1pPr>
              <a:defRPr/>
            </a:lvl1pPr>
          </a:lstStyle>
          <a:p>
            <a:pPr rtl="0"/>
            <a:r>
              <a:rPr lang="es-ES" noProof="0"/>
              <a:t>Haga clic para editar el título</a:t>
            </a:r>
          </a:p>
        </p:txBody>
      </p:sp>
      <p:sp>
        <p:nvSpPr>
          <p:cNvPr id="4" name="Marcador de fecha 3"/>
          <p:cNvSpPr>
            <a:spLocks noGrp="1"/>
          </p:cNvSpPr>
          <p:nvPr>
            <p:ph type="dt" sz="half" idx="10"/>
          </p:nvPr>
        </p:nvSpPr>
        <p:spPr/>
        <p:txBody>
          <a:bodyPr rtlCol="0"/>
          <a:lstStyle/>
          <a:p>
            <a:pPr rtl="0"/>
            <a:fld id="{B781A22A-195B-42AA-8979-C89AD752A285}"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20" name="Marcador de texto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Marcador de posición de imagen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s-ES" noProof="0"/>
              <a:t>Inserte foto de retrato</a:t>
            </a:r>
          </a:p>
        </p:txBody>
      </p:sp>
      <p:sp>
        <p:nvSpPr>
          <p:cNvPr id="19" name="Marcador de contenido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2" name="Marcador de texto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3" name="Marcador de texto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4" name="Marcador de texto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5" name="Marcador de texto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6" name="Marcador de texto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s-ES" noProof="0"/>
              <a:t>Descripción del artículo</a:t>
            </a:r>
          </a:p>
        </p:txBody>
      </p:sp>
      <p:sp>
        <p:nvSpPr>
          <p:cNvPr id="27" name="Marcador de posición de imagen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28" name="Marcador de posición de imagen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29" name="Marcador de posición de imagen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0" name="Marcador de posición de imagen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1" name="Marcador de posición de imagen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
        <p:nvSpPr>
          <p:cNvPr id="32" name="Marcador de posición de imagen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s-ES" noProof="0"/>
              <a:t>Inserte icono o imagen</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bg>
      <p:bgRef idx="1001">
        <a:schemeClr val="bg2"/>
      </p:bgRef>
    </p:bg>
    <p:spTree>
      <p:nvGrpSpPr>
        <p:cNvPr id="1" name=""/>
        <p:cNvGrpSpPr/>
        <p:nvPr/>
      </p:nvGrpSpPr>
      <p:grpSpPr>
        <a:xfrm>
          <a:off x="0" y="0"/>
          <a:ext cx="0" cy="0"/>
          <a:chOff x="0" y="0"/>
          <a:chExt cx="0" cy="0"/>
        </a:xfrm>
      </p:grpSpPr>
      <p:sp>
        <p:nvSpPr>
          <p:cNvPr id="12" name="Forma libre 6" title="Forma de número de página"/>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ítulo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cxnSp>
        <p:nvCxnSpPr>
          <p:cNvPr id="9" name="Conector recto 8" title="Línea de regla vertical"/>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2"/>
        </a:solidFill>
        <a:effectLst/>
      </p:bgPr>
    </p:bg>
    <p:spTree>
      <p:nvGrpSpPr>
        <p:cNvPr id="1" name=""/>
        <p:cNvGrpSpPr/>
        <p:nvPr/>
      </p:nvGrpSpPr>
      <p:grpSpPr>
        <a:xfrm>
          <a:off x="0" y="0"/>
          <a:ext cx="0" cy="0"/>
          <a:chOff x="0" y="0"/>
          <a:chExt cx="0" cy="0"/>
        </a:xfrm>
      </p:grpSpPr>
      <p:sp>
        <p:nvSpPr>
          <p:cNvPr id="7" name="Forma libre 6" title="Forma de número de página"/>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ítulo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Editar estilos de texto del patrón</a:t>
            </a:r>
          </a:p>
        </p:txBody>
      </p:sp>
      <p:sp>
        <p:nvSpPr>
          <p:cNvPr id="4" name="Marcador de fecha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59E1BE11-A414-4B77-ADC5-387128A8E013}" type="datetime1">
              <a:rPr lang="es-ES" noProof="0" smtClean="0"/>
              <a:t>29/06/2026</a:t>
            </a:fld>
            <a:endParaRPr lang="es-ES" noProof="0"/>
          </a:p>
        </p:txBody>
      </p:sp>
      <p:sp>
        <p:nvSpPr>
          <p:cNvPr id="5" name="Marcador de pie de página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s-ES" noProof="0"/>
          </a:p>
        </p:txBody>
      </p:sp>
      <p:sp>
        <p:nvSpPr>
          <p:cNvPr id="6" name="Marcador de número de diapositiva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s-ES" noProof="0" smtClean="0"/>
              <a:t>‹Nº›</a:t>
            </a:fld>
            <a:endParaRPr lang="es-ES" noProof="0"/>
          </a:p>
        </p:txBody>
      </p:sp>
      <p:cxnSp>
        <p:nvCxnSpPr>
          <p:cNvPr id="10" name="Conector recto 9" title="Líneas de regla horizontal"/>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s-ES" noProof="0"/>
              <a:t>Haga clic para modificar el estilo de título del patrón</a:t>
            </a:r>
          </a:p>
        </p:txBody>
      </p:sp>
      <p:sp>
        <p:nvSpPr>
          <p:cNvPr id="4" name="Marcador de fecha 3"/>
          <p:cNvSpPr>
            <a:spLocks noGrp="1"/>
          </p:cNvSpPr>
          <p:nvPr>
            <p:ph type="dt" sz="half" idx="10"/>
          </p:nvPr>
        </p:nvSpPr>
        <p:spPr/>
        <p:txBody>
          <a:bodyPr rtlCol="0"/>
          <a:lstStyle>
            <a:lvl1pPr>
              <a:defRPr>
                <a:solidFill>
                  <a:schemeClr val="bg1"/>
                </a:solidFill>
              </a:defRPr>
            </a:lvl1pPr>
          </a:lstStyle>
          <a:p>
            <a:pPr rtl="0"/>
            <a:fld id="{BAB88258-BFF3-4759-97B8-37EBC7E74B43}"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lvl1pPr>
              <a:defRPr>
                <a:solidFill>
                  <a:schemeClr val="bg1"/>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20" name="Marcador de texto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Marcador de contenido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s-ES" noProof="0"/>
              <a:t>Haga clic para modificar el estilo de título del patrón</a:t>
            </a:r>
          </a:p>
        </p:txBody>
      </p:sp>
      <p:sp>
        <p:nvSpPr>
          <p:cNvPr id="4" name="Marcador de fecha 3"/>
          <p:cNvSpPr>
            <a:spLocks noGrp="1"/>
          </p:cNvSpPr>
          <p:nvPr>
            <p:ph type="dt" sz="half" idx="10"/>
          </p:nvPr>
        </p:nvSpPr>
        <p:spPr/>
        <p:txBody>
          <a:bodyPr rtlCol="0"/>
          <a:lstStyle>
            <a:lvl1pPr>
              <a:defRPr>
                <a:solidFill>
                  <a:schemeClr val="bg1"/>
                </a:solidFill>
              </a:defRPr>
            </a:lvl1pPr>
          </a:lstStyle>
          <a:p>
            <a:pPr rtl="0"/>
            <a:fld id="{961FB70D-7075-430D-BFDE-F1EFF36236A8}"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lvl1pPr>
              <a:defRPr>
                <a:solidFill>
                  <a:schemeClr val="bg1"/>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
        <p:nvSpPr>
          <p:cNvPr id="20" name="Marcador de texto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s-ES" noProof="0"/>
              <a:t>Escriba el subtítulo aquí</a:t>
            </a:r>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Marcador de posición de imagen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s-ES" noProof="0"/>
              <a:t>Haga clic en el icono para agregar una imagen</a:t>
            </a:r>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s-ES" noProof="0"/>
              <a:t>Haga clic para modificar el estilo de título del patrón</a:t>
            </a:r>
          </a:p>
        </p:txBody>
      </p:sp>
      <p:sp>
        <p:nvSpPr>
          <p:cNvPr id="4" name="Marcador de fecha 3"/>
          <p:cNvSpPr>
            <a:spLocks noGrp="1"/>
          </p:cNvSpPr>
          <p:nvPr>
            <p:ph type="dt" sz="half" idx="10"/>
          </p:nvPr>
        </p:nvSpPr>
        <p:spPr/>
        <p:txBody>
          <a:bodyPr rtlCol="0"/>
          <a:lstStyle>
            <a:lvl1pPr>
              <a:defRPr>
                <a:solidFill>
                  <a:schemeClr val="bg1"/>
                </a:solidFill>
              </a:defRPr>
            </a:lvl1pPr>
          </a:lstStyle>
          <a:p>
            <a:pPr rtl="0"/>
            <a:fld id="{B9244154-C38F-42C7-B7F1-39C303441123}" type="datetime1">
              <a:rPr lang="es-ES" noProof="0" smtClean="0"/>
              <a:t>29/06/2026</a:t>
            </a:fld>
            <a:endParaRPr lang="es-ES" noProof="0"/>
          </a:p>
        </p:txBody>
      </p:sp>
      <p:sp>
        <p:nvSpPr>
          <p:cNvPr id="5" name="Marcador de pie de página 4"/>
          <p:cNvSpPr>
            <a:spLocks noGrp="1"/>
          </p:cNvSpPr>
          <p:nvPr>
            <p:ph type="ftr" sz="quarter" idx="11"/>
          </p:nvPr>
        </p:nvSpPr>
        <p:spPr/>
        <p:txBody>
          <a:bodyPr rtlCol="0"/>
          <a:lstStyle>
            <a:lvl1pPr>
              <a:defRPr>
                <a:solidFill>
                  <a:schemeClr val="bg1"/>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cxnSp>
        <p:nvCxnSpPr>
          <p:cNvPr id="21" name="Conector recto 20" title="Líneas de regla horizontal">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Marcador de contenido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Contenido d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contenido 2"/>
          <p:cNvSpPr>
            <a:spLocks noGrp="1"/>
          </p:cNvSpPr>
          <p:nvPr>
            <p:ph sz="half" idx="1" hasCustomPrompt="1"/>
          </p:nvPr>
        </p:nvSpPr>
        <p:spPr>
          <a:xfrm>
            <a:off x="5181600" y="540628"/>
            <a:ext cx="6248400" cy="2488946"/>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p:cNvSpPr>
            <a:spLocks noGrp="1"/>
          </p:cNvSpPr>
          <p:nvPr>
            <p:ph sz="half" idx="2" hasCustomPrompt="1"/>
          </p:nvPr>
        </p:nvSpPr>
        <p:spPr>
          <a:xfrm>
            <a:off x="5181600" y="3712467"/>
            <a:ext cx="6248400" cy="2482228"/>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3780B0BE-3823-4DE9-8680-E6513D6E0AEF}" type="datetime1">
              <a:rPr lang="es-ES" noProof="0" smtClean="0"/>
              <a:t>29/06/2026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762000" y="557784"/>
            <a:ext cx="3831336" cy="4956048"/>
          </a:xfrm>
        </p:spPr>
        <p:txBody>
          <a:bodyPr rtlCol="0"/>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4" name="Marcador de contenido 3"/>
          <p:cNvSpPr>
            <a:spLocks noGrp="1"/>
          </p:cNvSpPr>
          <p:nvPr>
            <p:ph sz="half" idx="2" hasCustomPrompt="1"/>
          </p:nvPr>
        </p:nvSpPr>
        <p:spPr>
          <a:xfrm>
            <a:off x="5181600" y="1526671"/>
            <a:ext cx="6245352" cy="1755648"/>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6" name="Marcador de contenido 5"/>
          <p:cNvSpPr>
            <a:spLocks noGrp="1"/>
          </p:cNvSpPr>
          <p:nvPr>
            <p:ph sz="quarter" idx="4" hasCustomPrompt="1"/>
          </p:nvPr>
        </p:nvSpPr>
        <p:spPr>
          <a:xfrm>
            <a:off x="5181600" y="4669432"/>
            <a:ext cx="6245352" cy="1755648"/>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67A31CD0-5430-46D3-AB02-51674B42FC5C}" type="datetime1">
              <a:rPr lang="es-ES" noProof="0" smtClean="0"/>
              <a:t>29/06/2026</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73CC5533-C7B6-43B8-9607-E34AE57D5E23}" type="datetime1">
              <a:rPr lang="es-ES" noProof="0" smtClean="0"/>
              <a:t>29/06/2026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CA08B020-D79A-4B2A-8378-215DDCEC299D}" type="datetime1">
              <a:rPr lang="es-ES" noProof="0" smtClean="0"/>
              <a:t>29/06/2026</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13D2E340-0663-474B-992C-9192B5C45E57}" type="slidenum">
              <a:rPr lang="es-ES" noProof="0" smtClean="0"/>
              <a:t>‹Nº›</a:t>
            </a:fld>
            <a:endParaRPr lang="es-ES" noProof="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orma libre 6" title="Forma de número de página"/>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Marcador de título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s-ES" noProof="0"/>
              <a:t>Haga clic para modificar el estilo de título del patrón</a:t>
            </a:r>
          </a:p>
        </p:txBody>
      </p:sp>
      <p:sp>
        <p:nvSpPr>
          <p:cNvPr id="3" name="Marcador de texto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5ABCF778-43E7-4220-9D6C-F366C5A4B68F}" type="datetime1">
              <a:rPr lang="es-ES" noProof="0" smtClean="0"/>
              <a:t>29/06/2026</a:t>
            </a:fld>
            <a:endParaRPr lang="es-ES" noProof="0"/>
          </a:p>
        </p:txBody>
      </p:sp>
      <p:sp>
        <p:nvSpPr>
          <p:cNvPr id="5" name="Marcador de pie de página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s-ES" noProof="0"/>
          </a:p>
        </p:txBody>
      </p:sp>
      <p:sp>
        <p:nvSpPr>
          <p:cNvPr id="6" name="Marcador de número de diapositiva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s-ES" noProof="0" smtClean="0"/>
              <a:t>‹Nº›</a:t>
            </a:fld>
            <a:endParaRPr lang="es-ES" noProof="0"/>
          </a:p>
        </p:txBody>
      </p:sp>
      <p:cxnSp>
        <p:nvCxnSpPr>
          <p:cNvPr id="10" name="Conector recto 9" title="Líneas de regla horizontal"/>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es.wikipedia.org/wiki/Alegor%C3%ADa" TargetMode="External"/><Relationship Id="rId3" Type="http://schemas.openxmlformats.org/officeDocument/2006/relationships/hyperlink" Target="https://es.wikipedia.org/wiki/Filosof%C3%ADa_griega" TargetMode="External"/><Relationship Id="rId7" Type="http://schemas.openxmlformats.org/officeDocument/2006/relationships/hyperlink" Target="https://es.wikipedia.org/wiki/Mitolog%C3%ADa"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es.wikipedia.org/wiki/Academia_de_Atenas" TargetMode="External"/><Relationship Id="rId5" Type="http://schemas.openxmlformats.org/officeDocument/2006/relationships/hyperlink" Target="https://es.wikipedia.org/wiki/Arist%C3%B3teles" TargetMode="External"/><Relationship Id="rId4" Type="http://schemas.openxmlformats.org/officeDocument/2006/relationships/hyperlink" Target="https://es.wikipedia.org/wiki/S%C3%B3crates" TargetMode="Externa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72769D-B8C8-4982-AE15-C41C3D921D39}"/>
              </a:ext>
            </a:extLst>
          </p:cNvPr>
          <p:cNvSpPr>
            <a:spLocks noGrp="1"/>
          </p:cNvSpPr>
          <p:nvPr>
            <p:ph type="title"/>
          </p:nvPr>
        </p:nvSpPr>
        <p:spPr>
          <a:xfrm>
            <a:off x="186813" y="559678"/>
            <a:ext cx="4409093" cy="4952492"/>
          </a:xfrm>
        </p:spPr>
        <p:txBody>
          <a:bodyPr rtlCol="0"/>
          <a:lstStyle/>
          <a:p>
            <a:pPr algn="ctr" rtl="0"/>
            <a:r>
              <a:rPr lang="es-ES" noProof="1"/>
              <a:t>Autodiciplina</a:t>
            </a:r>
          </a:p>
        </p:txBody>
      </p:sp>
      <p:sp>
        <p:nvSpPr>
          <p:cNvPr id="3" name="Marcador de contenido 2">
            <a:extLst>
              <a:ext uri="{FF2B5EF4-FFF2-40B4-BE49-F238E27FC236}">
                <a16:creationId xmlns:a16="http://schemas.microsoft.com/office/drawing/2014/main" id="{3AD45E12-8254-4FAB-AF03-3FA92E2DC3BF}"/>
              </a:ext>
            </a:extLst>
          </p:cNvPr>
          <p:cNvSpPr>
            <a:spLocks noGrp="1"/>
          </p:cNvSpPr>
          <p:nvPr>
            <p:ph idx="1"/>
          </p:nvPr>
        </p:nvSpPr>
        <p:spPr/>
        <p:txBody>
          <a:bodyPr rtlCol="0"/>
          <a:lstStyle/>
          <a:p>
            <a:endParaRPr lang="es-CO" dirty="0"/>
          </a:p>
          <a:p>
            <a:endParaRPr lang="es-CO" dirty="0"/>
          </a:p>
          <a:p>
            <a:endParaRPr lang="es-CO" dirty="0"/>
          </a:p>
          <a:p>
            <a:endParaRPr lang="es-CO" dirty="0"/>
          </a:p>
          <a:p>
            <a:r>
              <a:rPr lang="es-CO" dirty="0"/>
              <a:t>lo que los hombres llaman autodisciplina es la virtud cardinal de la </a:t>
            </a:r>
            <a:r>
              <a:rPr lang="es-CO" b="1" dirty="0"/>
              <a:t>templanza</a:t>
            </a:r>
            <a:r>
              <a:rPr lang="es-CO" dirty="0"/>
              <a:t> (o </a:t>
            </a:r>
            <a:r>
              <a:rPr lang="es-CO" i="1" dirty="0" err="1"/>
              <a:t>sophrosyne</a:t>
            </a:r>
            <a:r>
              <a:rPr lang="es-CO" dirty="0"/>
              <a:t>). Es el orden, el dominio y el concierto entre las distintas partes del alma, donde lo superior gobierna a lo inferior.</a:t>
            </a:r>
            <a:endParaRPr lang="es-ES" noProof="1"/>
          </a:p>
        </p:txBody>
      </p:sp>
      <p:sp>
        <p:nvSpPr>
          <p:cNvPr id="4" name="Marcador de número de diapositiva 3">
            <a:extLst>
              <a:ext uri="{FF2B5EF4-FFF2-40B4-BE49-F238E27FC236}">
                <a16:creationId xmlns:a16="http://schemas.microsoft.com/office/drawing/2014/main" id="{D0C282D6-6FE9-264F-8985-EBC964197BF5}"/>
              </a:ext>
            </a:extLst>
          </p:cNvPr>
          <p:cNvSpPr>
            <a:spLocks noGrp="1"/>
          </p:cNvSpPr>
          <p:nvPr>
            <p:ph type="sldNum" sz="quarter" idx="12"/>
          </p:nvPr>
        </p:nvSpPr>
        <p:spPr/>
        <p:txBody>
          <a:bodyPr rtlCol="0"/>
          <a:lstStyle/>
          <a:p>
            <a:pPr rtl="0"/>
            <a:fld id="{13D2E340-0663-474B-992C-9192B5C45E57}" type="slidenum">
              <a:rPr lang="es-ES" noProof="1" dirty="0" smtClean="0"/>
              <a:t>1</a:t>
            </a:fld>
            <a:endParaRPr lang="es-ES" noProof="1"/>
          </a:p>
        </p:txBody>
      </p:sp>
    </p:spTree>
    <p:extLst>
      <p:ext uri="{BB962C8B-B14F-4D97-AF65-F5344CB8AC3E}">
        <p14:creationId xmlns:p14="http://schemas.microsoft.com/office/powerpoint/2010/main" val="2977379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679374-8EAE-4873-9BB6-F6C630302DA2}"/>
              </a:ext>
            </a:extLst>
          </p:cNvPr>
          <p:cNvSpPr>
            <a:spLocks noGrp="1"/>
          </p:cNvSpPr>
          <p:nvPr>
            <p:ph type="ctrTitle"/>
          </p:nvPr>
        </p:nvSpPr>
        <p:spPr>
          <a:xfrm>
            <a:off x="5614219" y="846391"/>
            <a:ext cx="6577781" cy="4895875"/>
          </a:xfrm>
        </p:spPr>
        <p:txBody>
          <a:bodyPr rtlCol="0">
            <a:normAutofit/>
          </a:bodyPr>
          <a:lstStyle/>
          <a:p>
            <a:r>
              <a:rPr lang="es-CO" sz="5400" dirty="0"/>
              <a:t>“La primera y gran victoria es conquistarse uno mismo.”</a:t>
            </a:r>
            <a:br>
              <a:rPr lang="es-CO" sz="5400" dirty="0"/>
            </a:br>
            <a:r>
              <a:rPr lang="es-CO" sz="5400" dirty="0"/>
              <a:t> —Platón, filósofo</a:t>
            </a:r>
            <a:endParaRPr lang="es-ES" sz="5400" dirty="0"/>
          </a:p>
        </p:txBody>
      </p:sp>
      <p:sp>
        <p:nvSpPr>
          <p:cNvPr id="3" name="Subtítulo 2">
            <a:extLst>
              <a:ext uri="{FF2B5EF4-FFF2-40B4-BE49-F238E27FC236}">
                <a16:creationId xmlns:a16="http://schemas.microsoft.com/office/drawing/2014/main" id="{7E42C4E3-AFAF-4630-AF6D-21FB3C29CF71}"/>
              </a:ext>
            </a:extLst>
          </p:cNvPr>
          <p:cNvSpPr>
            <a:spLocks noGrp="1"/>
          </p:cNvSpPr>
          <p:nvPr>
            <p:ph type="subTitle" idx="1"/>
          </p:nvPr>
        </p:nvSpPr>
        <p:spPr>
          <a:xfrm>
            <a:off x="344245" y="3765295"/>
            <a:ext cx="4957227" cy="1976971"/>
          </a:xfrm>
        </p:spPr>
        <p:txBody>
          <a:bodyPr rtlCol="0"/>
          <a:lstStyle/>
          <a:p>
            <a:pPr algn="ctr"/>
            <a:r>
              <a:rPr lang="es-CO" i="0" dirty="0"/>
              <a:t>Fue un </a:t>
            </a:r>
            <a:r>
              <a:rPr lang="es-CO" i="0" dirty="0">
                <a:hlinkClick r:id="rId3" tooltip="Filosofía griega"/>
              </a:rPr>
              <a:t>filósofo griego</a:t>
            </a:r>
            <a:r>
              <a:rPr lang="es-CO" i="0" dirty="0"/>
              <a:t> seguidor de </a:t>
            </a:r>
            <a:r>
              <a:rPr lang="es-CO" i="0" dirty="0">
                <a:hlinkClick r:id="rId4" tooltip="Sócrates"/>
              </a:rPr>
              <a:t>Sócrates</a:t>
            </a:r>
            <a:r>
              <a:rPr lang="es-CO" i="0" dirty="0"/>
              <a:t> y maestro de </a:t>
            </a:r>
            <a:r>
              <a:rPr lang="es-CO" i="0" dirty="0">
                <a:hlinkClick r:id="rId5" tooltip="Aristóteles"/>
              </a:rPr>
              <a:t>Aristóteles</a:t>
            </a:r>
            <a:r>
              <a:rPr lang="es-CO" i="0" dirty="0"/>
              <a:t>.</a:t>
            </a:r>
          </a:p>
          <a:p>
            <a:pPr algn="ctr"/>
            <a:r>
              <a:rPr lang="es-CO" i="0" dirty="0"/>
              <a:t> En el año 387 a. C. fundó la </a:t>
            </a:r>
            <a:r>
              <a:rPr lang="es-CO" i="0" dirty="0">
                <a:hlinkClick r:id="rId6" tooltip="Academia de Atenas"/>
              </a:rPr>
              <a:t>Academia de Atenas</a:t>
            </a:r>
            <a:r>
              <a:rPr lang="es-ES" dirty="0"/>
              <a:t>.</a:t>
            </a:r>
          </a:p>
          <a:p>
            <a:pPr algn="ctr"/>
            <a:r>
              <a:rPr lang="es-CO" i="0" dirty="0"/>
              <a:t>Platón desarrolló sus doctrinas filosóficas mediante </a:t>
            </a:r>
            <a:r>
              <a:rPr lang="es-CO" i="0" dirty="0">
                <a:hlinkClick r:id="rId7" tooltip="Mitología"/>
              </a:rPr>
              <a:t>mitos</a:t>
            </a:r>
            <a:r>
              <a:rPr lang="es-CO" i="0" dirty="0"/>
              <a:t> y </a:t>
            </a:r>
            <a:r>
              <a:rPr lang="es-CO" i="0" dirty="0">
                <a:hlinkClick r:id="rId8" tooltip="Alegoría"/>
              </a:rPr>
              <a:t>alegorías</a:t>
            </a:r>
            <a:r>
              <a:rPr lang="es-CO" i="0" dirty="0"/>
              <a:t>.</a:t>
            </a:r>
            <a:endParaRPr lang="es-ES" dirty="0"/>
          </a:p>
        </p:txBody>
      </p:sp>
      <p:pic>
        <p:nvPicPr>
          <p:cNvPr id="7" name="Marcador de posición de imagen 6">
            <a:extLst>
              <a:ext uri="{FF2B5EF4-FFF2-40B4-BE49-F238E27FC236}">
                <a16:creationId xmlns:a16="http://schemas.microsoft.com/office/drawing/2014/main" id="{D750362B-9424-CBA2-5B54-13A7C2FF8782}"/>
              </a:ext>
            </a:extLst>
          </p:cNvPr>
          <p:cNvPicPr>
            <a:picLocks noGrp="1" noChangeAspect="1"/>
          </p:cNvPicPr>
          <p:nvPr>
            <p:ph type="pic" sz="quarter" idx="10"/>
          </p:nvPr>
        </p:nvPicPr>
        <p:blipFill>
          <a:blip r:embed="rId9"/>
          <a:srcRect/>
          <a:stretch>
            <a:fillRect/>
          </a:stretch>
        </p:blipFill>
        <p:spPr>
          <a:xfrm>
            <a:off x="1445757" y="846391"/>
            <a:ext cx="2397795" cy="2397795"/>
          </a:xfrm>
          <a:prstGeom prst="ellipse">
            <a:avLst/>
          </a:prstGeom>
          <a:solidFill>
            <a:prstClr val="black"/>
          </a:solidFill>
        </p:spPr>
      </p:pic>
    </p:spTree>
    <p:extLst>
      <p:ext uri="{BB962C8B-B14F-4D97-AF65-F5344CB8AC3E}">
        <p14:creationId xmlns:p14="http://schemas.microsoft.com/office/powerpoint/2010/main" val="1193886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81FDC16-3D69-48AD-B08B-ED28A10640C1}"/>
              </a:ext>
            </a:extLst>
          </p:cNvPr>
          <p:cNvSpPr>
            <a:spLocks noGrp="1"/>
          </p:cNvSpPr>
          <p:nvPr>
            <p:ph type="body" sz="quarter" idx="18"/>
          </p:nvPr>
        </p:nvSpPr>
        <p:spPr>
          <a:xfrm>
            <a:off x="447367" y="1749643"/>
            <a:ext cx="3842550" cy="2855913"/>
          </a:xfrm>
        </p:spPr>
        <p:txBody>
          <a:bodyPr rtlCol="0">
            <a:normAutofit/>
          </a:bodyPr>
          <a:lstStyle/>
          <a:p>
            <a:pPr algn="l"/>
            <a:r>
              <a:rPr lang="es-CO" sz="2800" b="1" dirty="0"/>
              <a:t>“La batalla más difícil no es contra otras personas, sino contra nosotros mismos</a:t>
            </a:r>
            <a:r>
              <a:rPr lang="es-CO" sz="2800" dirty="0"/>
              <a:t>.”</a:t>
            </a:r>
            <a:endParaRPr lang="es-ES" sz="2800" noProof="1"/>
          </a:p>
        </p:txBody>
      </p:sp>
      <p:sp>
        <p:nvSpPr>
          <p:cNvPr id="4" name="Marcador de contenido 3">
            <a:extLst>
              <a:ext uri="{FF2B5EF4-FFF2-40B4-BE49-F238E27FC236}">
                <a16:creationId xmlns:a16="http://schemas.microsoft.com/office/drawing/2014/main" id="{E83DB0A1-C484-4D49-BAC3-ABEE82074C4C}"/>
              </a:ext>
            </a:extLst>
          </p:cNvPr>
          <p:cNvSpPr>
            <a:spLocks noGrp="1"/>
          </p:cNvSpPr>
          <p:nvPr>
            <p:ph idx="1"/>
          </p:nvPr>
        </p:nvSpPr>
        <p:spPr>
          <a:xfrm>
            <a:off x="5162550" y="2079000"/>
            <a:ext cx="1944000" cy="2700000"/>
          </a:xfrm>
        </p:spPr>
        <p:txBody>
          <a:bodyPr lIns="72000" rIns="72000" rtlCol="0"/>
          <a:lstStyle/>
          <a:p>
            <a:r>
              <a:rPr lang="es-CO" dirty="0"/>
              <a:t>Dominar los impulsos</a:t>
            </a:r>
            <a:endParaRPr lang="es-ES" noProof="1"/>
          </a:p>
        </p:txBody>
      </p:sp>
      <p:sp>
        <p:nvSpPr>
          <p:cNvPr id="5" name="Marcador de texto 4">
            <a:extLst>
              <a:ext uri="{FF2B5EF4-FFF2-40B4-BE49-F238E27FC236}">
                <a16:creationId xmlns:a16="http://schemas.microsoft.com/office/drawing/2014/main" id="{898F5FE2-B28A-4CCD-9910-126A9581F28F}"/>
              </a:ext>
            </a:extLst>
          </p:cNvPr>
          <p:cNvSpPr>
            <a:spLocks noGrp="1"/>
          </p:cNvSpPr>
          <p:nvPr>
            <p:ph type="body" sz="quarter" idx="13"/>
          </p:nvPr>
        </p:nvSpPr>
        <p:spPr>
          <a:xfrm>
            <a:off x="7295581" y="2079000"/>
            <a:ext cx="1944000" cy="2700000"/>
          </a:xfrm>
        </p:spPr>
        <p:txBody>
          <a:bodyPr lIns="72000" rIns="72000" rtlCol="0"/>
          <a:lstStyle/>
          <a:p>
            <a:r>
              <a:rPr lang="es-CO" dirty="0"/>
              <a:t>Vencer los malos hábitos</a:t>
            </a:r>
            <a:endParaRPr lang="es-ES" noProof="1"/>
          </a:p>
        </p:txBody>
      </p:sp>
      <p:sp>
        <p:nvSpPr>
          <p:cNvPr id="6" name="Marcador de texto 5">
            <a:extLst>
              <a:ext uri="{FF2B5EF4-FFF2-40B4-BE49-F238E27FC236}">
                <a16:creationId xmlns:a16="http://schemas.microsoft.com/office/drawing/2014/main" id="{AC4A7A4E-C192-4A89-A661-72D76FF2F230}"/>
              </a:ext>
            </a:extLst>
          </p:cNvPr>
          <p:cNvSpPr>
            <a:spLocks noGrp="1"/>
          </p:cNvSpPr>
          <p:nvPr>
            <p:ph type="body" sz="quarter" idx="14"/>
          </p:nvPr>
        </p:nvSpPr>
        <p:spPr>
          <a:xfrm>
            <a:off x="9428613" y="2079000"/>
            <a:ext cx="1944000" cy="2700000"/>
          </a:xfrm>
        </p:spPr>
        <p:txBody>
          <a:bodyPr lIns="72000" rIns="72000" rtlCol="0"/>
          <a:lstStyle/>
          <a:p>
            <a:r>
              <a:rPr lang="es-CO" dirty="0"/>
              <a:t>Conocerse a sí mismo</a:t>
            </a:r>
            <a:endParaRPr lang="es-ES" noProof="1"/>
          </a:p>
        </p:txBody>
      </p:sp>
      <p:sp>
        <p:nvSpPr>
          <p:cNvPr id="7" name="Marcador de número de diapositiva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s-ES" noProof="1" dirty="0" smtClean="0"/>
              <a:t>3</a:t>
            </a:fld>
            <a:endParaRPr lang="es-ES" noProof="1"/>
          </a:p>
        </p:txBody>
      </p:sp>
      <p:pic>
        <p:nvPicPr>
          <p:cNvPr id="15" name="Marcador de posición de imagen 14">
            <a:extLst>
              <a:ext uri="{FF2B5EF4-FFF2-40B4-BE49-F238E27FC236}">
                <a16:creationId xmlns:a16="http://schemas.microsoft.com/office/drawing/2014/main" id="{5512FF45-BEE0-7100-9156-68B76A8D326E}"/>
              </a:ext>
            </a:extLst>
          </p:cNvPr>
          <p:cNvPicPr>
            <a:picLocks noGrp="1" noChangeAspect="1"/>
          </p:cNvPicPr>
          <p:nvPr>
            <p:ph type="pic" sz="quarter" idx="22"/>
          </p:nvPr>
        </p:nvPicPr>
        <p:blipFill>
          <a:blip r:embed="rId3"/>
          <a:srcRect l="21848" r="21848"/>
          <a:stretch>
            <a:fillRect/>
          </a:stretch>
        </p:blipFill>
        <p:spPr>
          <a:xfrm>
            <a:off x="5631232" y="2206819"/>
            <a:ext cx="972000" cy="972000"/>
          </a:xfrm>
          <a:prstGeom prst="ellipse">
            <a:avLst/>
          </a:prstGeom>
          <a:solidFill>
            <a:prstClr val="white">
              <a:lumMod val="95000"/>
            </a:prstClr>
          </a:solidFill>
        </p:spPr>
      </p:pic>
      <p:pic>
        <p:nvPicPr>
          <p:cNvPr id="18" name="Marcador de posición de imagen 17">
            <a:extLst>
              <a:ext uri="{FF2B5EF4-FFF2-40B4-BE49-F238E27FC236}">
                <a16:creationId xmlns:a16="http://schemas.microsoft.com/office/drawing/2014/main" id="{A9E96B37-52E1-225F-D571-C0776EFC1D70}"/>
              </a:ext>
            </a:extLst>
          </p:cNvPr>
          <p:cNvPicPr>
            <a:picLocks noGrp="1" noChangeAspect="1"/>
          </p:cNvPicPr>
          <p:nvPr>
            <p:ph type="pic" sz="quarter" idx="23"/>
          </p:nvPr>
        </p:nvPicPr>
        <p:blipFill>
          <a:blip r:embed="rId4"/>
          <a:srcRect l="14346" r="14346"/>
          <a:stretch>
            <a:fillRect/>
          </a:stretch>
        </p:blipFill>
        <p:spPr>
          <a:xfrm>
            <a:off x="7708280" y="2206819"/>
            <a:ext cx="972000" cy="972000"/>
          </a:xfrm>
          <a:prstGeom prst="ellipse">
            <a:avLst/>
          </a:prstGeom>
          <a:solidFill>
            <a:prstClr val="white">
              <a:lumMod val="95000"/>
            </a:prstClr>
          </a:solidFill>
        </p:spPr>
      </p:pic>
      <p:pic>
        <p:nvPicPr>
          <p:cNvPr id="22" name="Marcador de posición de imagen 21">
            <a:extLst>
              <a:ext uri="{FF2B5EF4-FFF2-40B4-BE49-F238E27FC236}">
                <a16:creationId xmlns:a16="http://schemas.microsoft.com/office/drawing/2014/main" id="{36046DBD-A550-318E-4006-3BF0DA43F807}"/>
              </a:ext>
            </a:extLst>
          </p:cNvPr>
          <p:cNvPicPr>
            <a:picLocks noGrp="1" noChangeAspect="1"/>
          </p:cNvPicPr>
          <p:nvPr>
            <p:ph type="pic" sz="quarter" idx="24"/>
          </p:nvPr>
        </p:nvPicPr>
        <p:blipFill>
          <a:blip r:embed="rId5"/>
          <a:srcRect t="1709" b="1709"/>
          <a:stretch>
            <a:fillRect/>
          </a:stretch>
        </p:blipFill>
        <p:spPr>
          <a:xfrm>
            <a:off x="9914613" y="2205600"/>
            <a:ext cx="972000" cy="972000"/>
          </a:xfrm>
          <a:prstGeom prst="ellipse">
            <a:avLst/>
          </a:prstGeom>
          <a:solidFill>
            <a:prstClr val="white">
              <a:lumMod val="95000"/>
            </a:prstClr>
          </a:solidFill>
        </p:spPr>
      </p:pic>
    </p:spTree>
    <p:extLst>
      <p:ext uri="{BB962C8B-B14F-4D97-AF65-F5344CB8AC3E}">
        <p14:creationId xmlns:p14="http://schemas.microsoft.com/office/powerpoint/2010/main" val="1707474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A97F4D-F280-472F-9307-25B3E6BD88B5}"/>
              </a:ext>
            </a:extLst>
          </p:cNvPr>
          <p:cNvSpPr>
            <a:spLocks noGrp="1"/>
          </p:cNvSpPr>
          <p:nvPr>
            <p:ph type="title"/>
          </p:nvPr>
        </p:nvSpPr>
        <p:spPr/>
        <p:txBody>
          <a:bodyPr rtlCol="0"/>
          <a:lstStyle/>
          <a:p>
            <a:pPr rtl="0"/>
            <a:r>
              <a:rPr lang="es-ES" noProof="1"/>
              <a:t>Ejemplo</a:t>
            </a:r>
          </a:p>
        </p:txBody>
      </p:sp>
      <p:sp>
        <p:nvSpPr>
          <p:cNvPr id="4" name="Marcador de texto 3">
            <a:extLst>
              <a:ext uri="{FF2B5EF4-FFF2-40B4-BE49-F238E27FC236}">
                <a16:creationId xmlns:a16="http://schemas.microsoft.com/office/drawing/2014/main" id="{C1891695-E7DA-48AF-9EEB-86DA1F9BF74F}"/>
              </a:ext>
            </a:extLst>
          </p:cNvPr>
          <p:cNvSpPr>
            <a:spLocks noGrp="1"/>
          </p:cNvSpPr>
          <p:nvPr>
            <p:ph type="body" sz="quarter" idx="18"/>
          </p:nvPr>
        </p:nvSpPr>
        <p:spPr>
          <a:xfrm>
            <a:off x="0" y="2895600"/>
            <a:ext cx="4604550" cy="2855913"/>
          </a:xfrm>
        </p:spPr>
        <p:txBody>
          <a:bodyPr rtlCol="0">
            <a:normAutofit/>
          </a:bodyPr>
          <a:lstStyle/>
          <a:p>
            <a:pPr marL="342900" indent="-342900" algn="l">
              <a:buFont typeface="Arial" panose="020B0604020202020204" pitchFamily="34" charset="0"/>
              <a:buChar char="•"/>
            </a:pPr>
            <a:r>
              <a:rPr lang="es-CO" dirty="0"/>
              <a:t>Una derrota a todos sus competidores, pero no puede controlar su ira o sus adicciones.</a:t>
            </a:r>
          </a:p>
          <a:p>
            <a:pPr marL="342900" indent="-342900" algn="l">
              <a:buFont typeface="Arial" panose="020B0604020202020204" pitchFamily="34" charset="0"/>
              <a:buChar char="•"/>
            </a:pPr>
            <a:r>
              <a:rPr lang="es-CO" dirty="0"/>
              <a:t> La otra quizás no tiene grandes triunfos públicos, pero es disciplinada, honesta y constante.</a:t>
            </a:r>
            <a:endParaRPr lang="es-ES" noProof="1"/>
          </a:p>
        </p:txBody>
      </p:sp>
      <p:sp>
        <p:nvSpPr>
          <p:cNvPr id="3" name="Marcador de número de diapositiva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s-ES" noProof="1" dirty="0" smtClean="0"/>
              <a:t>4</a:t>
            </a:fld>
            <a:endParaRPr lang="es-ES" noProof="1"/>
          </a:p>
        </p:txBody>
      </p:sp>
      <p:sp>
        <p:nvSpPr>
          <p:cNvPr id="6" name="Marcador de contenido 3">
            <a:extLst>
              <a:ext uri="{FF2B5EF4-FFF2-40B4-BE49-F238E27FC236}">
                <a16:creationId xmlns:a16="http://schemas.microsoft.com/office/drawing/2014/main" id="{5541F14A-7DB0-A9C9-ACDD-1C3E2F23707F}"/>
              </a:ext>
            </a:extLst>
          </p:cNvPr>
          <p:cNvSpPr txBox="1">
            <a:spLocks/>
          </p:cNvSpPr>
          <p:nvPr/>
        </p:nvSpPr>
        <p:spPr>
          <a:xfrm>
            <a:off x="5162550" y="2079000"/>
            <a:ext cx="1944000" cy="2700000"/>
          </a:xfrm>
          <a:prstGeom prst="rect">
            <a:avLst/>
          </a:prstGeom>
        </p:spPr>
        <p:txBody>
          <a:bodyPr lIns="72000" rIns="72000" rtlCol="0"/>
          <a:lst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endParaRPr lang="es-CO" dirty="0"/>
          </a:p>
          <a:p>
            <a:endParaRPr lang="es-CO" dirty="0"/>
          </a:p>
          <a:p>
            <a:endParaRPr lang="es-CO" dirty="0"/>
          </a:p>
          <a:p>
            <a:r>
              <a:rPr lang="es-CO" dirty="0"/>
              <a:t>Dominar los impulsos</a:t>
            </a:r>
            <a:endParaRPr lang="es-ES" noProof="1"/>
          </a:p>
        </p:txBody>
      </p:sp>
      <p:sp>
        <p:nvSpPr>
          <p:cNvPr id="7" name="Marcador de texto 4">
            <a:extLst>
              <a:ext uri="{FF2B5EF4-FFF2-40B4-BE49-F238E27FC236}">
                <a16:creationId xmlns:a16="http://schemas.microsoft.com/office/drawing/2014/main" id="{1FB3910B-C064-1E06-AB2F-A0680C1B9C1E}"/>
              </a:ext>
            </a:extLst>
          </p:cNvPr>
          <p:cNvSpPr txBox="1">
            <a:spLocks/>
          </p:cNvSpPr>
          <p:nvPr/>
        </p:nvSpPr>
        <p:spPr>
          <a:xfrm>
            <a:off x="7295581" y="2079000"/>
            <a:ext cx="1944000" cy="2700000"/>
          </a:xfrm>
          <a:prstGeom prst="rect">
            <a:avLst/>
          </a:prstGeom>
        </p:spPr>
        <p:txBody>
          <a:bodyPr lIns="72000" rIns="72000" rtlCol="0"/>
          <a:lst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endParaRPr lang="es-CO" dirty="0"/>
          </a:p>
          <a:p>
            <a:endParaRPr lang="es-CO" dirty="0"/>
          </a:p>
          <a:p>
            <a:endParaRPr lang="es-CO" dirty="0"/>
          </a:p>
          <a:p>
            <a:r>
              <a:rPr lang="es-CO" dirty="0"/>
              <a:t>Vencer los malos hábitos</a:t>
            </a:r>
            <a:endParaRPr lang="es-ES" noProof="1"/>
          </a:p>
        </p:txBody>
      </p:sp>
      <p:sp>
        <p:nvSpPr>
          <p:cNvPr id="8" name="Marcador de texto 5">
            <a:extLst>
              <a:ext uri="{FF2B5EF4-FFF2-40B4-BE49-F238E27FC236}">
                <a16:creationId xmlns:a16="http://schemas.microsoft.com/office/drawing/2014/main" id="{9B272F9E-C148-6B08-9F2A-72164BE8C0F3}"/>
              </a:ext>
            </a:extLst>
          </p:cNvPr>
          <p:cNvSpPr txBox="1">
            <a:spLocks/>
          </p:cNvSpPr>
          <p:nvPr/>
        </p:nvSpPr>
        <p:spPr>
          <a:xfrm>
            <a:off x="9428613" y="2079000"/>
            <a:ext cx="1944000" cy="2700000"/>
          </a:xfrm>
          <a:prstGeom prst="rect">
            <a:avLst/>
          </a:prstGeom>
        </p:spPr>
        <p:txBody>
          <a:bodyPr lIns="72000" rIns="72000" rtlCol="0"/>
          <a:lst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endParaRPr lang="es-CO" dirty="0"/>
          </a:p>
          <a:p>
            <a:endParaRPr lang="es-CO" dirty="0"/>
          </a:p>
          <a:p>
            <a:endParaRPr lang="es-CO" dirty="0"/>
          </a:p>
          <a:p>
            <a:r>
              <a:rPr lang="es-CO" dirty="0"/>
              <a:t>Conocerse a sí mismo</a:t>
            </a:r>
            <a:endParaRPr lang="es-ES" noProof="1"/>
          </a:p>
        </p:txBody>
      </p:sp>
      <p:pic>
        <p:nvPicPr>
          <p:cNvPr id="9" name="Marcador de posición de imagen 14">
            <a:extLst>
              <a:ext uri="{FF2B5EF4-FFF2-40B4-BE49-F238E27FC236}">
                <a16:creationId xmlns:a16="http://schemas.microsoft.com/office/drawing/2014/main" id="{E754F998-53AE-7E20-4688-F1BAFD48AC4B}"/>
              </a:ext>
            </a:extLst>
          </p:cNvPr>
          <p:cNvPicPr>
            <a:picLocks noChangeAspect="1"/>
          </p:cNvPicPr>
          <p:nvPr/>
        </p:nvPicPr>
        <p:blipFill>
          <a:blip r:embed="rId3"/>
          <a:srcRect l="21848" r="21848"/>
          <a:stretch>
            <a:fillRect/>
          </a:stretch>
        </p:blipFill>
        <p:spPr>
          <a:xfrm>
            <a:off x="5610000" y="2205600"/>
            <a:ext cx="972000" cy="972000"/>
          </a:xfrm>
          <a:prstGeom prst="ellipse">
            <a:avLst/>
          </a:prstGeom>
          <a:solidFill>
            <a:prstClr val="white">
              <a:lumMod val="95000"/>
            </a:prstClr>
          </a:solidFill>
        </p:spPr>
      </p:pic>
      <p:pic>
        <p:nvPicPr>
          <p:cNvPr id="10" name="Marcador de posición de imagen 17">
            <a:extLst>
              <a:ext uri="{FF2B5EF4-FFF2-40B4-BE49-F238E27FC236}">
                <a16:creationId xmlns:a16="http://schemas.microsoft.com/office/drawing/2014/main" id="{C28F64DF-9A28-53B9-3B29-48ADB462B8C5}"/>
              </a:ext>
            </a:extLst>
          </p:cNvPr>
          <p:cNvPicPr>
            <a:picLocks noChangeAspect="1"/>
          </p:cNvPicPr>
          <p:nvPr/>
        </p:nvPicPr>
        <p:blipFill>
          <a:blip r:embed="rId4"/>
          <a:srcRect l="14346" r="14346"/>
          <a:stretch>
            <a:fillRect/>
          </a:stretch>
        </p:blipFill>
        <p:spPr>
          <a:xfrm>
            <a:off x="7708280" y="2206819"/>
            <a:ext cx="972000" cy="972000"/>
          </a:xfrm>
          <a:prstGeom prst="ellipse">
            <a:avLst/>
          </a:prstGeom>
          <a:solidFill>
            <a:prstClr val="white">
              <a:lumMod val="95000"/>
            </a:prstClr>
          </a:solidFill>
        </p:spPr>
      </p:pic>
      <p:pic>
        <p:nvPicPr>
          <p:cNvPr id="11" name="Marcador de posición de imagen 21">
            <a:extLst>
              <a:ext uri="{FF2B5EF4-FFF2-40B4-BE49-F238E27FC236}">
                <a16:creationId xmlns:a16="http://schemas.microsoft.com/office/drawing/2014/main" id="{A3B58554-20D7-F936-47E1-C34F363796CC}"/>
              </a:ext>
            </a:extLst>
          </p:cNvPr>
          <p:cNvPicPr>
            <a:picLocks noChangeAspect="1"/>
          </p:cNvPicPr>
          <p:nvPr/>
        </p:nvPicPr>
        <p:blipFill>
          <a:blip r:embed="rId5"/>
          <a:srcRect t="1709" b="1709"/>
          <a:stretch>
            <a:fillRect/>
          </a:stretch>
        </p:blipFill>
        <p:spPr>
          <a:xfrm>
            <a:off x="9914613" y="2205600"/>
            <a:ext cx="972000" cy="972000"/>
          </a:xfrm>
          <a:prstGeom prst="ellipse">
            <a:avLst/>
          </a:prstGeom>
          <a:solidFill>
            <a:prstClr val="white">
              <a:lumMod val="95000"/>
            </a:prstClr>
          </a:solidFill>
        </p:spPr>
      </p:pic>
    </p:spTree>
    <p:extLst>
      <p:ext uri="{BB962C8B-B14F-4D97-AF65-F5344CB8AC3E}">
        <p14:creationId xmlns:p14="http://schemas.microsoft.com/office/powerpoint/2010/main" val="298975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6D3D02-CBFD-210E-3953-2DF73942851F}"/>
              </a:ext>
            </a:extLst>
          </p:cNvPr>
          <p:cNvSpPr>
            <a:spLocks noGrp="1"/>
          </p:cNvSpPr>
          <p:nvPr>
            <p:ph type="ctrTitle"/>
          </p:nvPr>
        </p:nvSpPr>
        <p:spPr>
          <a:xfrm>
            <a:off x="6079989" y="1294516"/>
            <a:ext cx="5670487" cy="4268965"/>
          </a:xfrm>
        </p:spPr>
        <p:txBody>
          <a:bodyPr>
            <a:noAutofit/>
          </a:bodyPr>
          <a:lstStyle/>
          <a:p>
            <a:pPr algn="ctr"/>
            <a:r>
              <a:rPr lang="es-CO" sz="2800" dirty="0"/>
              <a:t>“Un hombre sin decisión de carácter nunca puede decir que pertenece a sí mismo … </a:t>
            </a:r>
            <a:br>
              <a:rPr lang="es-CO" sz="2800" dirty="0"/>
            </a:br>
            <a:r>
              <a:rPr lang="es-CO" sz="2800" dirty="0"/>
              <a:t>Pertenece a cualquiera que pueda cautivarlo.”</a:t>
            </a:r>
            <a:br>
              <a:rPr lang="es-CO" sz="2800" dirty="0"/>
            </a:br>
            <a:br>
              <a:rPr lang="es-CO" sz="2800" dirty="0"/>
            </a:br>
            <a:r>
              <a:rPr lang="es-CO" sz="2800" dirty="0"/>
              <a:t> —John Foster, autor </a:t>
            </a:r>
          </a:p>
        </p:txBody>
      </p:sp>
      <p:sp>
        <p:nvSpPr>
          <p:cNvPr id="3" name="Subtítulo 2">
            <a:extLst>
              <a:ext uri="{FF2B5EF4-FFF2-40B4-BE49-F238E27FC236}">
                <a16:creationId xmlns:a16="http://schemas.microsoft.com/office/drawing/2014/main" id="{9CF0182C-1134-3720-EDEA-B92564566D93}"/>
              </a:ext>
            </a:extLst>
          </p:cNvPr>
          <p:cNvSpPr>
            <a:spLocks noGrp="1"/>
          </p:cNvSpPr>
          <p:nvPr>
            <p:ph type="subTitle" idx="1"/>
          </p:nvPr>
        </p:nvSpPr>
        <p:spPr>
          <a:xfrm>
            <a:off x="333369" y="2723031"/>
            <a:ext cx="4513934" cy="364021"/>
          </a:xfrm>
        </p:spPr>
        <p:txBody>
          <a:bodyPr/>
          <a:lstStyle/>
          <a:p>
            <a:pPr algn="ctr"/>
            <a:r>
              <a:rPr lang="es-CO" b="1" i="0" dirty="0"/>
              <a:t>John Foster</a:t>
            </a:r>
            <a:r>
              <a:rPr lang="es-CO" i="0" dirty="0"/>
              <a:t> (1770–1843)</a:t>
            </a:r>
            <a:endParaRPr lang="es-CO" dirty="0"/>
          </a:p>
        </p:txBody>
      </p:sp>
      <p:pic>
        <p:nvPicPr>
          <p:cNvPr id="6" name="Marcador de posición de imagen 5">
            <a:extLst>
              <a:ext uri="{FF2B5EF4-FFF2-40B4-BE49-F238E27FC236}">
                <a16:creationId xmlns:a16="http://schemas.microsoft.com/office/drawing/2014/main" id="{FC28C5EF-EF5D-90BC-488F-D764D60EA60E}"/>
              </a:ext>
            </a:extLst>
          </p:cNvPr>
          <p:cNvPicPr>
            <a:picLocks noGrp="1" noChangeAspect="1"/>
          </p:cNvPicPr>
          <p:nvPr>
            <p:ph type="pic" sz="quarter" idx="10"/>
          </p:nvPr>
        </p:nvPicPr>
        <p:blipFill>
          <a:blip r:embed="rId2"/>
          <a:srcRect t="12136" b="12136"/>
          <a:stretch>
            <a:fillRect/>
          </a:stretch>
        </p:blipFill>
        <p:spPr>
          <a:xfrm>
            <a:off x="1499134" y="164382"/>
            <a:ext cx="2398713" cy="2398713"/>
          </a:xfrm>
          <a:prstGeom prst="ellipse">
            <a:avLst/>
          </a:prstGeom>
          <a:solidFill>
            <a:prstClr val="black"/>
          </a:solidFill>
        </p:spPr>
      </p:pic>
      <p:sp>
        <p:nvSpPr>
          <p:cNvPr id="7" name="Título 1">
            <a:extLst>
              <a:ext uri="{FF2B5EF4-FFF2-40B4-BE49-F238E27FC236}">
                <a16:creationId xmlns:a16="http://schemas.microsoft.com/office/drawing/2014/main" id="{6C040C66-1D8C-40CA-091F-CADDAA60EF38}"/>
              </a:ext>
            </a:extLst>
          </p:cNvPr>
          <p:cNvSpPr txBox="1">
            <a:spLocks/>
          </p:cNvSpPr>
          <p:nvPr/>
        </p:nvSpPr>
        <p:spPr>
          <a:xfrm>
            <a:off x="53613" y="3335706"/>
            <a:ext cx="5289754" cy="2956938"/>
          </a:xfrm>
          <a:prstGeom prst="rect">
            <a:avLst/>
          </a:prstGeom>
        </p:spPr>
        <p:txBody>
          <a:bodyPr vert="horz" lIns="91440" tIns="45720" rIns="91440" bIns="45720" rtlCol="0" anchor="ctr">
            <a:normAutofit lnSpcReduction="10000"/>
          </a:bodyPr>
          <a:lstStyle>
            <a:lvl1pPr algn="l" defTabSz="914400" rtl="0" eaLnBrk="1" latinLnBrk="0" hangingPunct="1">
              <a:lnSpc>
                <a:spcPct val="85000"/>
              </a:lnSpc>
              <a:spcBef>
                <a:spcPct val="0"/>
              </a:spcBef>
              <a:buNone/>
              <a:defRPr sz="6000" b="0" i="1" kern="1200" cap="none" baseline="0">
                <a:solidFill>
                  <a:schemeClr val="tx2"/>
                </a:solidFill>
                <a:latin typeface="+mj-lt"/>
                <a:ea typeface="+mj-ea"/>
                <a:cs typeface="+mj-cs"/>
              </a:defRPr>
            </a:lvl1pPr>
          </a:lstStyle>
          <a:p>
            <a:r>
              <a:rPr lang="es-CO" sz="2800" dirty="0">
                <a:latin typeface="+mn-lt"/>
              </a:rPr>
              <a:t>John Foster fue un clérigo bautista y ensayista inglés. No fue un hombre de acción política ni de grandes masas; al contrario, fue un intelectual marcadamente introvertido, reflexivo y melancólico que prefirió los libros a la vida pública.</a:t>
            </a:r>
            <a:endParaRPr lang="es-ES" sz="2800" noProof="1">
              <a:latin typeface="+mn-lt"/>
            </a:endParaRPr>
          </a:p>
        </p:txBody>
      </p:sp>
    </p:spTree>
    <p:extLst>
      <p:ext uri="{BB962C8B-B14F-4D97-AF65-F5344CB8AC3E}">
        <p14:creationId xmlns:p14="http://schemas.microsoft.com/office/powerpoint/2010/main" val="4133257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9CA60-07B4-5AEF-35E3-E48016ABC6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B40949-ADDD-B2DB-1297-2F6331121EB7}"/>
              </a:ext>
            </a:extLst>
          </p:cNvPr>
          <p:cNvSpPr>
            <a:spLocks noGrp="1"/>
          </p:cNvSpPr>
          <p:nvPr>
            <p:ph type="title"/>
          </p:nvPr>
        </p:nvSpPr>
        <p:spPr>
          <a:xfrm>
            <a:off x="345000" y="448340"/>
            <a:ext cx="3914550" cy="1316294"/>
          </a:xfrm>
        </p:spPr>
        <p:txBody>
          <a:bodyPr rtlCol="0"/>
          <a:lstStyle/>
          <a:p>
            <a:pPr rtl="0"/>
            <a:r>
              <a:rPr lang="es-ES" noProof="1"/>
              <a:t>Ejemplo</a:t>
            </a:r>
          </a:p>
        </p:txBody>
      </p:sp>
      <p:sp>
        <p:nvSpPr>
          <p:cNvPr id="4" name="Marcador de texto 3">
            <a:extLst>
              <a:ext uri="{FF2B5EF4-FFF2-40B4-BE49-F238E27FC236}">
                <a16:creationId xmlns:a16="http://schemas.microsoft.com/office/drawing/2014/main" id="{37C80CA0-D21C-73CE-5004-D8CCA589A305}"/>
              </a:ext>
            </a:extLst>
          </p:cNvPr>
          <p:cNvSpPr>
            <a:spLocks noGrp="1"/>
          </p:cNvSpPr>
          <p:nvPr>
            <p:ph type="body" sz="quarter" idx="18"/>
          </p:nvPr>
        </p:nvSpPr>
        <p:spPr>
          <a:xfrm>
            <a:off x="72000" y="2079001"/>
            <a:ext cx="4604550" cy="3528592"/>
          </a:xfrm>
        </p:spPr>
        <p:txBody>
          <a:bodyPr rtlCol="0">
            <a:normAutofit/>
          </a:bodyPr>
          <a:lstStyle/>
          <a:p>
            <a:pPr marL="342900" indent="-342900" algn="l">
              <a:buFont typeface="Arial" panose="020B0604020202020204" pitchFamily="34" charset="0"/>
              <a:buChar char="•"/>
            </a:pPr>
            <a:r>
              <a:rPr lang="es-CO" dirty="0"/>
              <a:t>En verdad no quería tomar tanto ni quedarme hasta tarde, pero todos en la mesa lo estaban haciendo y no quería ser el aburrido del grupo.</a:t>
            </a:r>
          </a:p>
          <a:p>
            <a:pPr marL="342900" indent="-342900" algn="l">
              <a:buFont typeface="Arial" panose="020B0604020202020204" pitchFamily="34" charset="0"/>
              <a:buChar char="•"/>
            </a:pPr>
            <a:r>
              <a:rPr lang="es-CO" dirty="0"/>
              <a:t> Compré este teléfono carísimo a plazos porque salía en todos los videos de mis creadores favoritos, aunque el mío todavía funcionaba perfectamente.</a:t>
            </a:r>
            <a:endParaRPr lang="es-ES" noProof="1"/>
          </a:p>
        </p:txBody>
      </p:sp>
      <p:sp>
        <p:nvSpPr>
          <p:cNvPr id="3" name="Marcador de número de diapositiva 2">
            <a:extLst>
              <a:ext uri="{FF2B5EF4-FFF2-40B4-BE49-F238E27FC236}">
                <a16:creationId xmlns:a16="http://schemas.microsoft.com/office/drawing/2014/main" id="{E12FBC83-96E1-2836-293F-37DFFB830BB3}"/>
              </a:ext>
            </a:extLst>
          </p:cNvPr>
          <p:cNvSpPr>
            <a:spLocks noGrp="1"/>
          </p:cNvSpPr>
          <p:nvPr>
            <p:ph type="sldNum" sz="quarter" idx="12"/>
          </p:nvPr>
        </p:nvSpPr>
        <p:spPr/>
        <p:txBody>
          <a:bodyPr rtlCol="0"/>
          <a:lstStyle/>
          <a:p>
            <a:pPr rtl="0"/>
            <a:fld id="{13D2E340-0663-474B-992C-9192B5C45E57}" type="slidenum">
              <a:rPr lang="es-ES" noProof="1" dirty="0" smtClean="0"/>
              <a:t>6</a:t>
            </a:fld>
            <a:endParaRPr lang="es-ES" noProof="1"/>
          </a:p>
        </p:txBody>
      </p:sp>
      <p:sp>
        <p:nvSpPr>
          <p:cNvPr id="6" name="Marcador de contenido 3">
            <a:extLst>
              <a:ext uri="{FF2B5EF4-FFF2-40B4-BE49-F238E27FC236}">
                <a16:creationId xmlns:a16="http://schemas.microsoft.com/office/drawing/2014/main" id="{4C4DCEED-B793-BBC7-7718-267205C908B4}"/>
              </a:ext>
            </a:extLst>
          </p:cNvPr>
          <p:cNvSpPr txBox="1">
            <a:spLocks/>
          </p:cNvSpPr>
          <p:nvPr/>
        </p:nvSpPr>
        <p:spPr>
          <a:xfrm>
            <a:off x="5533906" y="1200427"/>
            <a:ext cx="6203284" cy="2035800"/>
          </a:xfrm>
          <a:prstGeom prst="rect">
            <a:avLst/>
          </a:prstGeom>
        </p:spPr>
        <p:txBody>
          <a:bodyPr lIns="72000" rIns="72000" rtlCol="0"/>
          <a:lst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0" indent="0">
              <a:buNone/>
            </a:pPr>
            <a:r>
              <a:rPr lang="es-CO" b="1" dirty="0"/>
              <a:t>Ceder para encajar</a:t>
            </a:r>
          </a:p>
          <a:p>
            <a:pPr marL="0" indent="0">
              <a:buNone/>
            </a:pPr>
            <a:r>
              <a:rPr lang="es-CO" dirty="0"/>
              <a:t>Este es un clásico humano, pero hoy es más sutil. Foster decía que el indeciso pertenece a quien lo cautive; en este caso, lo que nos cautiva es el </a:t>
            </a:r>
            <a:r>
              <a:rPr lang="es-CO" b="1" dirty="0"/>
              <a:t>deseo de pertenecer</a:t>
            </a:r>
            <a:r>
              <a:rPr lang="es-CO" dirty="0"/>
              <a:t>.</a:t>
            </a:r>
          </a:p>
        </p:txBody>
      </p:sp>
      <p:sp>
        <p:nvSpPr>
          <p:cNvPr id="8" name="Marcador de texto 5">
            <a:extLst>
              <a:ext uri="{FF2B5EF4-FFF2-40B4-BE49-F238E27FC236}">
                <a16:creationId xmlns:a16="http://schemas.microsoft.com/office/drawing/2014/main" id="{D70338B2-8CB2-A86E-8D32-0EE975AE8CC1}"/>
              </a:ext>
            </a:extLst>
          </p:cNvPr>
          <p:cNvSpPr txBox="1">
            <a:spLocks/>
          </p:cNvSpPr>
          <p:nvPr/>
        </p:nvSpPr>
        <p:spPr>
          <a:xfrm>
            <a:off x="5533906" y="4342059"/>
            <a:ext cx="6096000" cy="1276779"/>
          </a:xfrm>
          <a:prstGeom prst="rect">
            <a:avLst/>
          </a:prstGeom>
        </p:spPr>
        <p:txBody>
          <a:bodyPr lIns="72000" rIns="72000" rtlCol="0"/>
          <a:lst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0" indent="0">
              <a:buNone/>
            </a:pPr>
            <a:r>
              <a:rPr lang="es-CO" b="1" dirty="0"/>
              <a:t>La ilusión de elegir</a:t>
            </a:r>
          </a:p>
          <a:p>
            <a:pPr marL="0" indent="0">
              <a:buNone/>
            </a:pPr>
            <a:r>
              <a:rPr lang="es-CO" dirty="0"/>
              <a:t>Tu identidad ya no nace de lo que tú valoras, sino de lo que el mercado dice que deberías tener para ser feliz.</a:t>
            </a:r>
            <a:endParaRPr lang="es-CO" b="1" dirty="0"/>
          </a:p>
        </p:txBody>
      </p:sp>
    </p:spTree>
    <p:extLst>
      <p:ext uri="{BB962C8B-B14F-4D97-AF65-F5344CB8AC3E}">
        <p14:creationId xmlns:p14="http://schemas.microsoft.com/office/powerpoint/2010/main" val="242561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F35BFF-A889-4B62-BCD4-168715A631DF}"/>
              </a:ext>
            </a:extLst>
          </p:cNvPr>
          <p:cNvSpPr>
            <a:spLocks noGrp="1"/>
          </p:cNvSpPr>
          <p:nvPr>
            <p:ph type="title"/>
          </p:nvPr>
        </p:nvSpPr>
        <p:spPr>
          <a:xfrm>
            <a:off x="614516" y="353201"/>
            <a:ext cx="3833906" cy="2221622"/>
          </a:xfrm>
        </p:spPr>
        <p:txBody>
          <a:bodyPr rtlCol="0">
            <a:normAutofit/>
          </a:bodyPr>
          <a:lstStyle/>
          <a:p>
            <a:r>
              <a:rPr lang="es-CO" sz="4800" dirty="0"/>
              <a:t>EL REY DE LA COLINA </a:t>
            </a:r>
            <a:endParaRPr lang="es-ES" sz="4800" noProof="1"/>
          </a:p>
        </p:txBody>
      </p:sp>
      <p:sp>
        <p:nvSpPr>
          <p:cNvPr id="16" name="Marcador de texto 15">
            <a:extLst>
              <a:ext uri="{FF2B5EF4-FFF2-40B4-BE49-F238E27FC236}">
                <a16:creationId xmlns:a16="http://schemas.microsoft.com/office/drawing/2014/main" id="{A761FA4B-43B9-4C0B-BD10-1127709C9786}"/>
              </a:ext>
            </a:extLst>
          </p:cNvPr>
          <p:cNvSpPr>
            <a:spLocks noGrp="1"/>
          </p:cNvSpPr>
          <p:nvPr>
            <p:ph type="body" sz="quarter" idx="18"/>
          </p:nvPr>
        </p:nvSpPr>
        <p:spPr>
          <a:xfrm>
            <a:off x="1043492" y="2895600"/>
            <a:ext cx="3561058" cy="2855913"/>
          </a:xfrm>
        </p:spPr>
        <p:txBody>
          <a:bodyPr rtlCol="0"/>
          <a:lstStyle/>
          <a:p>
            <a:pPr algn="ctr"/>
            <a:r>
              <a:rPr lang="es-CO" dirty="0"/>
              <a:t>"La colina más alta y la victoria más noble es la conquista de uno mismo; pues quien gobierna sus propios deseos, alcanza la verdadera libertad."</a:t>
            </a:r>
            <a:endParaRPr lang="es-ES" noProof="1"/>
          </a:p>
        </p:txBody>
      </p:sp>
      <p:sp>
        <p:nvSpPr>
          <p:cNvPr id="3" name="Marcador de número de diapositiva 2">
            <a:extLst>
              <a:ext uri="{FF2B5EF4-FFF2-40B4-BE49-F238E27FC236}">
                <a16:creationId xmlns:a16="http://schemas.microsoft.com/office/drawing/2014/main" id="{FC9047CD-1956-7146-971D-D05A280ACB28}"/>
              </a:ext>
            </a:extLst>
          </p:cNvPr>
          <p:cNvSpPr>
            <a:spLocks noGrp="1"/>
          </p:cNvSpPr>
          <p:nvPr>
            <p:ph type="sldNum" sz="quarter" idx="12"/>
          </p:nvPr>
        </p:nvSpPr>
        <p:spPr/>
        <p:txBody>
          <a:bodyPr rtlCol="0"/>
          <a:lstStyle/>
          <a:p>
            <a:pPr rtl="0"/>
            <a:fld id="{13D2E340-0663-474B-992C-9192B5C45E57}" type="slidenum">
              <a:rPr lang="es-ES" noProof="1" dirty="0" smtClean="0"/>
              <a:t>7</a:t>
            </a:fld>
            <a:endParaRPr lang="es-ES" noProof="1"/>
          </a:p>
        </p:txBody>
      </p:sp>
      <p:pic>
        <p:nvPicPr>
          <p:cNvPr id="18" name="Imagen 17">
            <a:extLst>
              <a:ext uri="{FF2B5EF4-FFF2-40B4-BE49-F238E27FC236}">
                <a16:creationId xmlns:a16="http://schemas.microsoft.com/office/drawing/2014/main" id="{5B966C63-4448-A484-C86F-B86C8B346C54}"/>
              </a:ext>
            </a:extLst>
          </p:cNvPr>
          <p:cNvPicPr>
            <a:picLocks noChangeAspect="1"/>
          </p:cNvPicPr>
          <p:nvPr/>
        </p:nvPicPr>
        <p:blipFill>
          <a:blip r:embed="rId3"/>
          <a:stretch>
            <a:fillRect/>
          </a:stretch>
        </p:blipFill>
        <p:spPr>
          <a:xfrm>
            <a:off x="4925960" y="103909"/>
            <a:ext cx="7266039" cy="6650182"/>
          </a:xfrm>
          <a:prstGeom prst="rect">
            <a:avLst/>
          </a:prstGeom>
        </p:spPr>
      </p:pic>
    </p:spTree>
    <p:extLst>
      <p:ext uri="{BB962C8B-B14F-4D97-AF65-F5344CB8AC3E}">
        <p14:creationId xmlns:p14="http://schemas.microsoft.com/office/powerpoint/2010/main" val="3749118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42CCA9-A21E-A81B-A31B-A99D807FDA82}"/>
              </a:ext>
            </a:extLst>
          </p:cNvPr>
          <p:cNvSpPr>
            <a:spLocks noGrp="1"/>
          </p:cNvSpPr>
          <p:nvPr>
            <p:ph type="title"/>
          </p:nvPr>
        </p:nvSpPr>
        <p:spPr>
          <a:xfrm>
            <a:off x="5848352" y="619125"/>
            <a:ext cx="5534024" cy="4667250"/>
          </a:xfrm>
        </p:spPr>
        <p:txBody>
          <a:bodyPr/>
          <a:lstStyle/>
          <a:p>
            <a:pPr algn="ctr"/>
            <a:r>
              <a:rPr lang="es-CO" sz="4000" dirty="0">
                <a:solidFill>
                  <a:schemeClr val="tx1"/>
                </a:solidFill>
              </a:rPr>
              <a:t>Quien actúa únicamente cuando tiene la disposición, tiene ganas o le conviene, jamás alcanzará el éxito ni logrará que los demás lo sigan o lo respeten</a:t>
            </a:r>
            <a:r>
              <a:rPr lang="es-CO" dirty="0"/>
              <a:t>.</a:t>
            </a:r>
          </a:p>
        </p:txBody>
      </p:sp>
      <p:sp>
        <p:nvSpPr>
          <p:cNvPr id="3" name="Marcador de número de diapositiva 2">
            <a:extLst>
              <a:ext uri="{FF2B5EF4-FFF2-40B4-BE49-F238E27FC236}">
                <a16:creationId xmlns:a16="http://schemas.microsoft.com/office/drawing/2014/main" id="{4397DE14-74DD-2887-2CB2-6614B045136D}"/>
              </a:ext>
            </a:extLst>
          </p:cNvPr>
          <p:cNvSpPr>
            <a:spLocks noGrp="1"/>
          </p:cNvSpPr>
          <p:nvPr>
            <p:ph type="sldNum" sz="quarter" idx="12"/>
          </p:nvPr>
        </p:nvSpPr>
        <p:spPr/>
        <p:txBody>
          <a:bodyPr/>
          <a:lstStyle/>
          <a:p>
            <a:pPr rtl="0"/>
            <a:fld id="{13D2E340-0663-474B-992C-9192B5C45E57}" type="slidenum">
              <a:rPr lang="es-ES" noProof="0" smtClean="0"/>
              <a:t>8</a:t>
            </a:fld>
            <a:endParaRPr lang="es-ES" noProof="0"/>
          </a:p>
        </p:txBody>
      </p:sp>
      <p:pic>
        <p:nvPicPr>
          <p:cNvPr id="6" name="Marcador de contenido 5">
            <a:extLst>
              <a:ext uri="{FF2B5EF4-FFF2-40B4-BE49-F238E27FC236}">
                <a16:creationId xmlns:a16="http://schemas.microsoft.com/office/drawing/2014/main" id="{BC7A96FC-D190-A4B8-1A29-919CF773CD9E}"/>
              </a:ext>
            </a:extLst>
          </p:cNvPr>
          <p:cNvPicPr>
            <a:picLocks noGrp="1" noChangeAspect="1"/>
          </p:cNvPicPr>
          <p:nvPr>
            <p:ph idx="1"/>
          </p:nvPr>
        </p:nvPicPr>
        <p:blipFill>
          <a:blip r:embed="rId2"/>
          <a:stretch>
            <a:fillRect/>
          </a:stretch>
        </p:blipFill>
        <p:spPr>
          <a:xfrm>
            <a:off x="304800" y="127865"/>
            <a:ext cx="4162425" cy="6059164"/>
          </a:xfrm>
          <a:prstGeom prst="rect">
            <a:avLst/>
          </a:prstGeom>
        </p:spPr>
      </p:pic>
    </p:spTree>
    <p:extLst>
      <p:ext uri="{BB962C8B-B14F-4D97-AF65-F5344CB8AC3E}">
        <p14:creationId xmlns:p14="http://schemas.microsoft.com/office/powerpoint/2010/main" val="1759517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5877D-402A-7F78-33CD-0061A6026F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429E8D-0C21-D99E-9927-C2E9E2600BAE}"/>
              </a:ext>
            </a:extLst>
          </p:cNvPr>
          <p:cNvSpPr>
            <a:spLocks noGrp="1"/>
          </p:cNvSpPr>
          <p:nvPr>
            <p:ph type="title"/>
          </p:nvPr>
        </p:nvSpPr>
        <p:spPr>
          <a:xfrm>
            <a:off x="5219700" y="1371600"/>
            <a:ext cx="6296026" cy="3067050"/>
          </a:xfrm>
        </p:spPr>
        <p:txBody>
          <a:bodyPr/>
          <a:lstStyle/>
          <a:p>
            <a:pPr algn="l"/>
            <a:r>
              <a:rPr lang="es-CO" sz="4000" dirty="0">
                <a:solidFill>
                  <a:schemeClr val="tx1"/>
                </a:solidFill>
              </a:rPr>
              <a:t>Para realizar tareas importantes se necesitan solo dos elementos:</a:t>
            </a:r>
            <a:br>
              <a:rPr lang="es-CO" sz="4000" dirty="0">
                <a:solidFill>
                  <a:schemeClr val="tx1"/>
                </a:solidFill>
              </a:rPr>
            </a:br>
            <a:r>
              <a:rPr lang="es-CO" sz="4000" dirty="0">
                <a:solidFill>
                  <a:schemeClr val="tx1"/>
                </a:solidFill>
              </a:rPr>
              <a:t> un plan y, en realidad, no demasiado tiempo…</a:t>
            </a:r>
            <a:endParaRPr lang="es-CO" dirty="0">
              <a:solidFill>
                <a:schemeClr val="tx1"/>
              </a:solidFill>
            </a:endParaRPr>
          </a:p>
        </p:txBody>
      </p:sp>
      <p:sp>
        <p:nvSpPr>
          <p:cNvPr id="3" name="Marcador de número de diapositiva 2">
            <a:extLst>
              <a:ext uri="{FF2B5EF4-FFF2-40B4-BE49-F238E27FC236}">
                <a16:creationId xmlns:a16="http://schemas.microsoft.com/office/drawing/2014/main" id="{19526F1A-077B-C6DB-2282-A21E6E13E696}"/>
              </a:ext>
            </a:extLst>
          </p:cNvPr>
          <p:cNvSpPr>
            <a:spLocks noGrp="1"/>
          </p:cNvSpPr>
          <p:nvPr>
            <p:ph type="sldNum" sz="quarter" idx="12"/>
          </p:nvPr>
        </p:nvSpPr>
        <p:spPr/>
        <p:txBody>
          <a:bodyPr/>
          <a:lstStyle/>
          <a:p>
            <a:pPr rtl="0"/>
            <a:fld id="{13D2E340-0663-474B-992C-9192B5C45E57}" type="slidenum">
              <a:rPr lang="es-ES" noProof="0" smtClean="0"/>
              <a:t>9</a:t>
            </a:fld>
            <a:endParaRPr lang="es-ES" noProof="0"/>
          </a:p>
        </p:txBody>
      </p:sp>
      <p:pic>
        <p:nvPicPr>
          <p:cNvPr id="8" name="Marcador de contenido 7">
            <a:extLst>
              <a:ext uri="{FF2B5EF4-FFF2-40B4-BE49-F238E27FC236}">
                <a16:creationId xmlns:a16="http://schemas.microsoft.com/office/drawing/2014/main" id="{B6817D04-DE71-C998-7FEA-E3265E257949}"/>
              </a:ext>
            </a:extLst>
          </p:cNvPr>
          <p:cNvPicPr>
            <a:picLocks noGrp="1" noChangeAspect="1"/>
          </p:cNvPicPr>
          <p:nvPr>
            <p:ph idx="1"/>
          </p:nvPr>
        </p:nvPicPr>
        <p:blipFill>
          <a:blip r:embed="rId2"/>
          <a:stretch>
            <a:fillRect/>
          </a:stretch>
        </p:blipFill>
        <p:spPr>
          <a:xfrm>
            <a:off x="180975" y="95250"/>
            <a:ext cx="4219575" cy="6043613"/>
          </a:xfrm>
          <a:prstGeom prst="rect">
            <a:avLst/>
          </a:prstGeom>
        </p:spPr>
      </p:pic>
    </p:spTree>
    <p:extLst>
      <p:ext uri="{BB962C8B-B14F-4D97-AF65-F5344CB8AC3E}">
        <p14:creationId xmlns:p14="http://schemas.microsoft.com/office/powerpoint/2010/main" val="4184600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2E06-89C5-F3FA-B1C9-6D32EE1232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7B5D1C-3569-AF5A-0A4F-2B5814DE19AD}"/>
              </a:ext>
            </a:extLst>
          </p:cNvPr>
          <p:cNvSpPr>
            <a:spLocks noGrp="1"/>
          </p:cNvSpPr>
          <p:nvPr>
            <p:ph type="title"/>
          </p:nvPr>
        </p:nvSpPr>
        <p:spPr>
          <a:xfrm>
            <a:off x="5350178" y="2143125"/>
            <a:ext cx="6296026" cy="3067050"/>
          </a:xfrm>
        </p:spPr>
        <p:txBody>
          <a:bodyPr>
            <a:normAutofit fontScale="90000"/>
          </a:bodyPr>
          <a:lstStyle/>
          <a:p>
            <a:pPr algn="l"/>
            <a:r>
              <a:rPr lang="es-CO" sz="4000" dirty="0">
                <a:solidFill>
                  <a:schemeClr val="tx1"/>
                </a:solidFill>
              </a:rPr>
              <a:t>Dado que el tiempo siempre es escaso, la autodisciplina consiste en tener la capacidad de determinar qué es lo verdaderamente prioritario, concentrarse en ello y liberarse por completo de todo lo demás.</a:t>
            </a:r>
            <a:endParaRPr lang="es-CO" dirty="0">
              <a:solidFill>
                <a:schemeClr val="tx1"/>
              </a:solidFill>
            </a:endParaRPr>
          </a:p>
        </p:txBody>
      </p:sp>
      <p:sp>
        <p:nvSpPr>
          <p:cNvPr id="3" name="Marcador de número de diapositiva 2">
            <a:extLst>
              <a:ext uri="{FF2B5EF4-FFF2-40B4-BE49-F238E27FC236}">
                <a16:creationId xmlns:a16="http://schemas.microsoft.com/office/drawing/2014/main" id="{FF630418-5B17-34DD-8925-73F7AE16FF6D}"/>
              </a:ext>
            </a:extLst>
          </p:cNvPr>
          <p:cNvSpPr>
            <a:spLocks noGrp="1"/>
          </p:cNvSpPr>
          <p:nvPr>
            <p:ph type="sldNum" sz="quarter" idx="12"/>
          </p:nvPr>
        </p:nvSpPr>
        <p:spPr/>
        <p:txBody>
          <a:bodyPr/>
          <a:lstStyle/>
          <a:p>
            <a:pPr rtl="0"/>
            <a:fld id="{13D2E340-0663-474B-992C-9192B5C45E57}" type="slidenum">
              <a:rPr lang="es-ES" noProof="0" smtClean="0"/>
              <a:t>10</a:t>
            </a:fld>
            <a:endParaRPr lang="es-ES" noProof="0"/>
          </a:p>
        </p:txBody>
      </p:sp>
      <p:pic>
        <p:nvPicPr>
          <p:cNvPr id="7" name="Marcador de contenido 6">
            <a:extLst>
              <a:ext uri="{FF2B5EF4-FFF2-40B4-BE49-F238E27FC236}">
                <a16:creationId xmlns:a16="http://schemas.microsoft.com/office/drawing/2014/main" id="{2C407670-6F61-411B-5E9E-D235CFCFCB03}"/>
              </a:ext>
            </a:extLst>
          </p:cNvPr>
          <p:cNvPicPr>
            <a:picLocks noGrp="1" noChangeAspect="1"/>
          </p:cNvPicPr>
          <p:nvPr>
            <p:ph idx="1"/>
          </p:nvPr>
        </p:nvPicPr>
        <p:blipFill>
          <a:blip r:embed="rId2"/>
          <a:stretch>
            <a:fillRect/>
          </a:stretch>
        </p:blipFill>
        <p:spPr>
          <a:xfrm>
            <a:off x="476251" y="85725"/>
            <a:ext cx="3733800" cy="6062663"/>
          </a:xfrm>
          <a:prstGeom prst="rect">
            <a:avLst/>
          </a:prstGeom>
        </p:spPr>
      </p:pic>
    </p:spTree>
    <p:extLst>
      <p:ext uri="{BB962C8B-B14F-4D97-AF65-F5344CB8AC3E}">
        <p14:creationId xmlns:p14="http://schemas.microsoft.com/office/powerpoint/2010/main" val="3714997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90FF24-727B-D3CF-D1A1-537294EE8B03}"/>
              </a:ext>
            </a:extLst>
          </p:cNvPr>
          <p:cNvSpPr>
            <a:spLocks noGrp="1"/>
          </p:cNvSpPr>
          <p:nvPr>
            <p:ph type="title"/>
          </p:nvPr>
        </p:nvSpPr>
        <p:spPr>
          <a:xfrm>
            <a:off x="150557" y="2548026"/>
            <a:ext cx="4572000" cy="1761947"/>
          </a:xfrm>
        </p:spPr>
        <p:txBody>
          <a:bodyPr>
            <a:normAutofit fontScale="90000"/>
          </a:bodyPr>
          <a:lstStyle/>
          <a:p>
            <a:pPr algn="l"/>
            <a:r>
              <a:rPr lang="es-CO" dirty="0"/>
              <a:t>Estilo de vida disciplinado tu meta</a:t>
            </a:r>
          </a:p>
        </p:txBody>
      </p:sp>
      <p:sp>
        <p:nvSpPr>
          <p:cNvPr id="3" name="Marcador de número de diapositiva 2">
            <a:extLst>
              <a:ext uri="{FF2B5EF4-FFF2-40B4-BE49-F238E27FC236}">
                <a16:creationId xmlns:a16="http://schemas.microsoft.com/office/drawing/2014/main" id="{44AF6B19-3000-C5B2-30DA-B76F82A8A05D}"/>
              </a:ext>
            </a:extLst>
          </p:cNvPr>
          <p:cNvSpPr>
            <a:spLocks noGrp="1"/>
          </p:cNvSpPr>
          <p:nvPr>
            <p:ph type="sldNum" sz="quarter" idx="12"/>
          </p:nvPr>
        </p:nvSpPr>
        <p:spPr/>
        <p:txBody>
          <a:bodyPr/>
          <a:lstStyle/>
          <a:p>
            <a:pPr rtl="0"/>
            <a:fld id="{13D2E340-0663-474B-992C-9192B5C45E57}" type="slidenum">
              <a:rPr lang="es-ES" noProof="0" smtClean="0"/>
              <a:t>11</a:t>
            </a:fld>
            <a:endParaRPr lang="es-ES" noProof="0"/>
          </a:p>
        </p:txBody>
      </p:sp>
      <p:sp>
        <p:nvSpPr>
          <p:cNvPr id="4" name="Marcador de texto 3">
            <a:extLst>
              <a:ext uri="{FF2B5EF4-FFF2-40B4-BE49-F238E27FC236}">
                <a16:creationId xmlns:a16="http://schemas.microsoft.com/office/drawing/2014/main" id="{A9E2B7CB-5C9E-9859-1F4E-1DCF57EE92D2}"/>
              </a:ext>
            </a:extLst>
          </p:cNvPr>
          <p:cNvSpPr>
            <a:spLocks noGrp="1"/>
          </p:cNvSpPr>
          <p:nvPr>
            <p:ph type="body" sz="quarter" idx="18"/>
          </p:nvPr>
        </p:nvSpPr>
        <p:spPr>
          <a:xfrm>
            <a:off x="5372099" y="447675"/>
            <a:ext cx="6411911" cy="6296025"/>
          </a:xfrm>
        </p:spPr>
        <p:txBody>
          <a:bodyPr/>
          <a:lstStyle/>
          <a:p>
            <a:pPr algn="l"/>
            <a:endParaRPr lang="es-CO" b="1" dirty="0">
              <a:solidFill>
                <a:schemeClr val="tx1"/>
              </a:solidFill>
            </a:endParaRPr>
          </a:p>
          <a:p>
            <a:pPr algn="l"/>
            <a:r>
              <a:rPr lang="es-CO" b="1" dirty="0">
                <a:solidFill>
                  <a:schemeClr val="tx1"/>
                </a:solidFill>
              </a:rPr>
              <a:t>Constancia, no temporada:</a:t>
            </a:r>
          </a:p>
          <a:p>
            <a:pPr algn="l"/>
            <a:r>
              <a:rPr lang="es-CO" dirty="0">
                <a:solidFill>
                  <a:schemeClr val="tx1"/>
                </a:solidFill>
              </a:rPr>
              <a:t> La autodisciplina no puede ser un esfuerzo de un solo día o de una época corta; para que rinda frutos y traiga éxito, debe convertirse en un estilo de vida permanente.</a:t>
            </a:r>
          </a:p>
          <a:p>
            <a:pPr algn="l"/>
            <a:endParaRPr lang="es-CO" dirty="0">
              <a:solidFill>
                <a:schemeClr val="tx1"/>
              </a:solidFill>
            </a:endParaRPr>
          </a:p>
          <a:p>
            <a:pPr algn="l"/>
            <a:r>
              <a:rPr lang="es-CO" b="1" dirty="0">
                <a:solidFill>
                  <a:schemeClr val="tx1"/>
                </a:solidFill>
              </a:rPr>
              <a:t>El poder de los sistemas:</a:t>
            </a:r>
            <a:r>
              <a:rPr lang="es-CO" dirty="0">
                <a:solidFill>
                  <a:schemeClr val="tx1"/>
                </a:solidFill>
              </a:rPr>
              <a:t> </a:t>
            </a:r>
          </a:p>
          <a:p>
            <a:pPr algn="l"/>
            <a:r>
              <a:rPr lang="es-CO" dirty="0">
                <a:solidFill>
                  <a:schemeClr val="tx1"/>
                </a:solidFill>
              </a:rPr>
              <a:t>La mejor estrategia para lograrlo es el desarrollo de sistemas y rutinas diarias en las áreas cruciales de crecimiento (como el ejemplo del autor, quien lee todos los días para su profesión y hace ejercicio cada mañana por su salud para el resto de su vida).</a:t>
            </a:r>
          </a:p>
          <a:p>
            <a:endParaRPr lang="es-CO" dirty="0"/>
          </a:p>
        </p:txBody>
      </p:sp>
    </p:spTree>
    <p:extLst>
      <p:ext uri="{BB962C8B-B14F-4D97-AF65-F5344CB8AC3E}">
        <p14:creationId xmlns:p14="http://schemas.microsoft.com/office/powerpoint/2010/main" val="283547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11BFC-D4BF-2C15-2BF4-4589F7B638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BE65E1-8139-57CF-7872-8F84FB606AE8}"/>
              </a:ext>
            </a:extLst>
          </p:cNvPr>
          <p:cNvSpPr>
            <a:spLocks noGrp="1"/>
          </p:cNvSpPr>
          <p:nvPr>
            <p:ph type="title"/>
          </p:nvPr>
        </p:nvSpPr>
        <p:spPr>
          <a:xfrm>
            <a:off x="496480" y="1700220"/>
            <a:ext cx="3833906" cy="2221622"/>
          </a:xfrm>
        </p:spPr>
        <p:txBody>
          <a:bodyPr>
            <a:normAutofit/>
          </a:bodyPr>
          <a:lstStyle/>
          <a:p>
            <a:pPr algn="ctr"/>
            <a:r>
              <a:rPr lang="es-CO" dirty="0"/>
              <a:t>Duda de tus excusas</a:t>
            </a:r>
          </a:p>
        </p:txBody>
      </p:sp>
      <p:sp>
        <p:nvSpPr>
          <p:cNvPr id="3" name="Marcador de número de diapositiva 2">
            <a:extLst>
              <a:ext uri="{FF2B5EF4-FFF2-40B4-BE49-F238E27FC236}">
                <a16:creationId xmlns:a16="http://schemas.microsoft.com/office/drawing/2014/main" id="{F425A7D4-CA02-9C3A-284C-884136FD8641}"/>
              </a:ext>
            </a:extLst>
          </p:cNvPr>
          <p:cNvSpPr>
            <a:spLocks noGrp="1"/>
          </p:cNvSpPr>
          <p:nvPr>
            <p:ph type="sldNum" sz="quarter" idx="12"/>
          </p:nvPr>
        </p:nvSpPr>
        <p:spPr/>
        <p:txBody>
          <a:bodyPr/>
          <a:lstStyle/>
          <a:p>
            <a:pPr rtl="0"/>
            <a:fld id="{13D2E340-0663-474B-992C-9192B5C45E57}" type="slidenum">
              <a:rPr lang="es-ES" noProof="0" smtClean="0"/>
              <a:t>12</a:t>
            </a:fld>
            <a:endParaRPr lang="es-ES" noProof="0"/>
          </a:p>
        </p:txBody>
      </p:sp>
      <p:sp>
        <p:nvSpPr>
          <p:cNvPr id="4" name="Marcador de texto 3">
            <a:extLst>
              <a:ext uri="{FF2B5EF4-FFF2-40B4-BE49-F238E27FC236}">
                <a16:creationId xmlns:a16="http://schemas.microsoft.com/office/drawing/2014/main" id="{6D68B35A-9CE5-8EBE-0921-C244B0C8E4AE}"/>
              </a:ext>
            </a:extLst>
          </p:cNvPr>
          <p:cNvSpPr>
            <a:spLocks noGrp="1"/>
          </p:cNvSpPr>
          <p:nvPr>
            <p:ph type="body" sz="quarter" idx="18"/>
          </p:nvPr>
        </p:nvSpPr>
        <p:spPr>
          <a:xfrm>
            <a:off x="5372099" y="447675"/>
            <a:ext cx="6411911" cy="6296025"/>
          </a:xfrm>
        </p:spPr>
        <p:txBody>
          <a:bodyPr/>
          <a:lstStyle/>
          <a:p>
            <a:pPr algn="l"/>
            <a:endParaRPr lang="es-CO" b="1" dirty="0">
              <a:solidFill>
                <a:schemeClr val="tx1"/>
              </a:solidFill>
            </a:endParaRPr>
          </a:p>
          <a:p>
            <a:pPr algn="l"/>
            <a:r>
              <a:rPr lang="es-CO" dirty="0">
                <a:solidFill>
                  <a:schemeClr val="tx1"/>
                </a:solidFill>
              </a:rPr>
              <a:t> </a:t>
            </a:r>
            <a:r>
              <a:rPr lang="es-CO" b="1" dirty="0">
                <a:solidFill>
                  <a:schemeClr val="tx1"/>
                </a:solidFill>
              </a:rPr>
              <a:t>Eliminar la justificación:</a:t>
            </a:r>
          </a:p>
          <a:p>
            <a:pPr algn="l"/>
            <a:r>
              <a:rPr lang="es-CO" dirty="0">
                <a:solidFill>
                  <a:schemeClr val="tx1"/>
                </a:solidFill>
              </a:rPr>
              <a:t> El primer paso para una vida disciplinada es objetar y borrar cualquier tendencia a dar pretextos.</a:t>
            </a:r>
          </a:p>
          <a:p>
            <a:pPr algn="l"/>
            <a:endParaRPr lang="es-CO" dirty="0">
              <a:solidFill>
                <a:schemeClr val="tx1"/>
              </a:solidFill>
            </a:endParaRPr>
          </a:p>
          <a:p>
            <a:pPr algn="l"/>
            <a:r>
              <a:rPr lang="es-CO" b="1" dirty="0">
                <a:solidFill>
                  <a:schemeClr val="tx1"/>
                </a:solidFill>
              </a:rPr>
              <a:t>La verdad tras los motivos:</a:t>
            </a:r>
          </a:p>
          <a:p>
            <a:pPr algn="l"/>
            <a:r>
              <a:rPr lang="es-CO" dirty="0">
                <a:solidFill>
                  <a:schemeClr val="tx1"/>
                </a:solidFill>
              </a:rPr>
              <a:t> Citando a La </a:t>
            </a:r>
            <a:r>
              <a:rPr lang="es-CO" dirty="0" err="1">
                <a:solidFill>
                  <a:schemeClr val="tx1"/>
                </a:solidFill>
              </a:rPr>
              <a:t>Rochefoucauld</a:t>
            </a:r>
            <a:r>
              <a:rPr lang="es-CO" dirty="0">
                <a:solidFill>
                  <a:schemeClr val="tx1"/>
                </a:solidFill>
              </a:rPr>
              <a:t>, el texto nos recuerda que nuestras faltas son más perdonables que los métodos que inventamos para ocultarlas. Si tienes una lista de razones por las que no puedes ser disciplinado, debes entender que en realidad son solo un montón de excusas que debes desafiar para avanzar.</a:t>
            </a:r>
          </a:p>
          <a:p>
            <a:pPr algn="l"/>
            <a:endParaRPr lang="es-CO" dirty="0"/>
          </a:p>
        </p:txBody>
      </p:sp>
    </p:spTree>
    <p:extLst>
      <p:ext uri="{BB962C8B-B14F-4D97-AF65-F5344CB8AC3E}">
        <p14:creationId xmlns:p14="http://schemas.microsoft.com/office/powerpoint/2010/main" val="3759900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02E65-E6C0-576F-EE7B-BCAACC44DC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8236D6-D8EE-D48F-C760-048762D67489}"/>
              </a:ext>
            </a:extLst>
          </p:cNvPr>
          <p:cNvSpPr>
            <a:spLocks noGrp="1"/>
          </p:cNvSpPr>
          <p:nvPr>
            <p:ph type="title"/>
          </p:nvPr>
        </p:nvSpPr>
        <p:spPr>
          <a:xfrm>
            <a:off x="486697" y="2318189"/>
            <a:ext cx="3833906" cy="2221622"/>
          </a:xfrm>
        </p:spPr>
        <p:txBody>
          <a:bodyPr>
            <a:normAutofit fontScale="90000"/>
          </a:bodyPr>
          <a:lstStyle/>
          <a:p>
            <a:pPr algn="ctr"/>
            <a:r>
              <a:rPr lang="es-CO" dirty="0"/>
              <a:t>Elimina las recompensas hasta que esté hecho el trabajo</a:t>
            </a:r>
          </a:p>
        </p:txBody>
      </p:sp>
      <p:sp>
        <p:nvSpPr>
          <p:cNvPr id="3" name="Marcador de número de diapositiva 2">
            <a:extLst>
              <a:ext uri="{FF2B5EF4-FFF2-40B4-BE49-F238E27FC236}">
                <a16:creationId xmlns:a16="http://schemas.microsoft.com/office/drawing/2014/main" id="{400ADD36-1776-3B0B-01AC-A256ACA8D250}"/>
              </a:ext>
            </a:extLst>
          </p:cNvPr>
          <p:cNvSpPr>
            <a:spLocks noGrp="1"/>
          </p:cNvSpPr>
          <p:nvPr>
            <p:ph type="sldNum" sz="quarter" idx="12"/>
          </p:nvPr>
        </p:nvSpPr>
        <p:spPr/>
        <p:txBody>
          <a:bodyPr/>
          <a:lstStyle/>
          <a:p>
            <a:pPr rtl="0"/>
            <a:fld id="{13D2E340-0663-474B-992C-9192B5C45E57}" type="slidenum">
              <a:rPr lang="es-ES" noProof="0" smtClean="0"/>
              <a:t>13</a:t>
            </a:fld>
            <a:endParaRPr lang="es-ES" noProof="0"/>
          </a:p>
        </p:txBody>
      </p:sp>
      <p:sp>
        <p:nvSpPr>
          <p:cNvPr id="4" name="Marcador de texto 3">
            <a:extLst>
              <a:ext uri="{FF2B5EF4-FFF2-40B4-BE49-F238E27FC236}">
                <a16:creationId xmlns:a16="http://schemas.microsoft.com/office/drawing/2014/main" id="{923A6FC6-15D9-1FB6-A518-502E1BD5B953}"/>
              </a:ext>
            </a:extLst>
          </p:cNvPr>
          <p:cNvSpPr>
            <a:spLocks noGrp="1"/>
          </p:cNvSpPr>
          <p:nvPr>
            <p:ph type="body" sz="quarter" idx="18"/>
          </p:nvPr>
        </p:nvSpPr>
        <p:spPr>
          <a:xfrm>
            <a:off x="5372099" y="447675"/>
            <a:ext cx="6411911" cy="6296025"/>
          </a:xfrm>
        </p:spPr>
        <p:txBody>
          <a:bodyPr/>
          <a:lstStyle/>
          <a:p>
            <a:pPr algn="l"/>
            <a:endParaRPr lang="es-CO" b="1" dirty="0">
              <a:solidFill>
                <a:schemeClr val="tx1"/>
              </a:solidFill>
            </a:endParaRPr>
          </a:p>
          <a:p>
            <a:pPr algn="l"/>
            <a:r>
              <a:rPr lang="es-CO" dirty="0">
                <a:solidFill>
                  <a:schemeClr val="tx1"/>
                </a:solidFill>
              </a:rPr>
              <a:t> </a:t>
            </a:r>
            <a:r>
              <a:rPr lang="es-CO" b="1" dirty="0">
                <a:solidFill>
                  <a:schemeClr val="tx1"/>
                </a:solidFill>
              </a:rPr>
              <a:t>La sopa antes del postre:</a:t>
            </a:r>
          </a:p>
          <a:p>
            <a:pPr algn="l"/>
            <a:r>
              <a:rPr lang="es-CO" dirty="0">
                <a:solidFill>
                  <a:schemeClr val="tx1"/>
                </a:solidFill>
              </a:rPr>
              <a:t> Carecer de disciplina nos lleva al mal hábito de querer el premio antes del esfuerzo. Si una organización o persona premia por igual al perezoso que al esforzado, terminará llenándose de personas indolentes.</a:t>
            </a:r>
          </a:p>
          <a:p>
            <a:pPr algn="l"/>
            <a:endParaRPr lang="es-CO" dirty="0">
              <a:solidFill>
                <a:schemeClr val="tx1"/>
              </a:solidFill>
            </a:endParaRPr>
          </a:p>
          <a:p>
            <a:pPr algn="l"/>
            <a:r>
              <a:rPr lang="es-CO" b="1" dirty="0">
                <a:solidFill>
                  <a:schemeClr val="tx1"/>
                </a:solidFill>
              </a:rPr>
              <a:t>El sistema que no falla:</a:t>
            </a:r>
            <a:r>
              <a:rPr lang="es-CO" dirty="0">
                <a:solidFill>
                  <a:schemeClr val="tx1"/>
                </a:solidFill>
              </a:rPr>
              <a:t> </a:t>
            </a:r>
          </a:p>
          <a:p>
            <a:pPr algn="l"/>
            <a:r>
              <a:rPr lang="es-CO" dirty="0">
                <a:solidFill>
                  <a:schemeClr val="tx1"/>
                </a:solidFill>
              </a:rPr>
              <a:t>Se debe retener la gratificación hasta cumplir el deber, tal como la familia del campamento que aplicaba una regla estricta: nadie podía ir al baño ni descansar hasta que la tienda y todo el lugar estuvieran completamente armados.</a:t>
            </a:r>
          </a:p>
          <a:p>
            <a:pPr algn="l"/>
            <a:endParaRPr lang="es-CO" dirty="0"/>
          </a:p>
        </p:txBody>
      </p:sp>
    </p:spTree>
    <p:extLst>
      <p:ext uri="{BB962C8B-B14F-4D97-AF65-F5344CB8AC3E}">
        <p14:creationId xmlns:p14="http://schemas.microsoft.com/office/powerpoint/2010/main" val="1697193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C2F3F-D134-7412-B1AA-C146162107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A5F7EC-02AD-3724-1E95-0E49B47BB2D9}"/>
              </a:ext>
            </a:extLst>
          </p:cNvPr>
          <p:cNvSpPr>
            <a:spLocks noGrp="1"/>
          </p:cNvSpPr>
          <p:nvPr>
            <p:ph type="title"/>
          </p:nvPr>
        </p:nvSpPr>
        <p:spPr>
          <a:xfrm>
            <a:off x="516194" y="1374065"/>
            <a:ext cx="3833906" cy="2221622"/>
          </a:xfrm>
        </p:spPr>
        <p:txBody>
          <a:bodyPr>
            <a:normAutofit fontScale="90000"/>
          </a:bodyPr>
          <a:lstStyle/>
          <a:p>
            <a:pPr algn="ctr"/>
            <a:r>
              <a:rPr lang="es-CO" dirty="0"/>
              <a:t>Permanece concentrado en los resultados</a:t>
            </a:r>
          </a:p>
        </p:txBody>
      </p:sp>
      <p:sp>
        <p:nvSpPr>
          <p:cNvPr id="3" name="Marcador de número de diapositiva 2">
            <a:extLst>
              <a:ext uri="{FF2B5EF4-FFF2-40B4-BE49-F238E27FC236}">
                <a16:creationId xmlns:a16="http://schemas.microsoft.com/office/drawing/2014/main" id="{7DC0ED85-9362-C9D4-417A-D2B3F6907075}"/>
              </a:ext>
            </a:extLst>
          </p:cNvPr>
          <p:cNvSpPr>
            <a:spLocks noGrp="1"/>
          </p:cNvSpPr>
          <p:nvPr>
            <p:ph type="sldNum" sz="quarter" idx="12"/>
          </p:nvPr>
        </p:nvSpPr>
        <p:spPr/>
        <p:txBody>
          <a:bodyPr/>
          <a:lstStyle/>
          <a:p>
            <a:pPr rtl="0"/>
            <a:fld id="{13D2E340-0663-474B-992C-9192B5C45E57}" type="slidenum">
              <a:rPr lang="es-ES" noProof="0" smtClean="0"/>
              <a:t>14</a:t>
            </a:fld>
            <a:endParaRPr lang="es-ES" noProof="0"/>
          </a:p>
        </p:txBody>
      </p:sp>
      <p:sp>
        <p:nvSpPr>
          <p:cNvPr id="4" name="Marcador de texto 3">
            <a:extLst>
              <a:ext uri="{FF2B5EF4-FFF2-40B4-BE49-F238E27FC236}">
                <a16:creationId xmlns:a16="http://schemas.microsoft.com/office/drawing/2014/main" id="{0A890F25-7448-7513-9741-57E9A192A933}"/>
              </a:ext>
            </a:extLst>
          </p:cNvPr>
          <p:cNvSpPr>
            <a:spLocks noGrp="1"/>
          </p:cNvSpPr>
          <p:nvPr>
            <p:ph type="body" sz="quarter" idx="18"/>
          </p:nvPr>
        </p:nvSpPr>
        <p:spPr>
          <a:xfrm>
            <a:off x="5372099" y="447675"/>
            <a:ext cx="6411911" cy="6296025"/>
          </a:xfrm>
        </p:spPr>
        <p:txBody>
          <a:bodyPr/>
          <a:lstStyle/>
          <a:p>
            <a:pPr algn="l"/>
            <a:r>
              <a:rPr lang="es-CO" b="1" dirty="0">
                <a:solidFill>
                  <a:schemeClr val="tx1"/>
                </a:solidFill>
              </a:rPr>
              <a:t>Evitar la autocompasión:</a:t>
            </a:r>
            <a:r>
              <a:rPr lang="es-CO" dirty="0">
                <a:solidFill>
                  <a:schemeClr val="tx1"/>
                </a:solidFill>
              </a:rPr>
              <a:t> </a:t>
            </a:r>
          </a:p>
          <a:p>
            <a:pPr algn="l"/>
            <a:r>
              <a:rPr lang="es-CO" dirty="0">
                <a:solidFill>
                  <a:schemeClr val="tx1"/>
                </a:solidFill>
              </a:rPr>
              <a:t>Si al hacer una tarea te enfocas únicamente en lo difícil, pesado o fastidioso que es el proceso, te desanimarás y caerás en la lástima por ti mismo en lugar de fortalecer tu disciplina.</a:t>
            </a:r>
          </a:p>
          <a:p>
            <a:pPr algn="l"/>
            <a:r>
              <a:rPr lang="es-CO" b="1" dirty="0">
                <a:solidFill>
                  <a:schemeClr val="tx1"/>
                </a:solidFill>
              </a:rPr>
              <a:t>Cambio de enfoque:</a:t>
            </a:r>
            <a:r>
              <a:rPr lang="es-CO" dirty="0">
                <a:solidFill>
                  <a:schemeClr val="tx1"/>
                </a:solidFill>
              </a:rPr>
              <a:t> </a:t>
            </a:r>
          </a:p>
          <a:p>
            <a:pPr algn="l"/>
            <a:r>
              <a:rPr lang="es-CO" dirty="0">
                <a:solidFill>
                  <a:schemeClr val="tx1"/>
                </a:solidFill>
              </a:rPr>
              <a:t>Cuando sientas la tentación de buscar el camino fácil, debes obligar a tu mente a sacar la cuenta de todos los beneficios y ganancias que obtendrás a largo plazo por hacer lo correcto, y luego lanzarte de lleno al trabajo.</a:t>
            </a:r>
          </a:p>
          <a:p>
            <a:pPr algn="l"/>
            <a:endParaRPr lang="es-CO" dirty="0"/>
          </a:p>
        </p:txBody>
      </p:sp>
    </p:spTree>
    <p:extLst>
      <p:ext uri="{BB962C8B-B14F-4D97-AF65-F5344CB8AC3E}">
        <p14:creationId xmlns:p14="http://schemas.microsoft.com/office/powerpoint/2010/main" val="922130848"/>
      </p:ext>
    </p:extLst>
  </p:cSld>
  <p:clrMapOvr>
    <a:masterClrMapping/>
  </p:clrMapOvr>
</p:sld>
</file>

<file path=ppt/theme/theme1.xml><?xml version="1.0" encoding="utf-8"?>
<a:theme xmlns:a="http://schemas.openxmlformats.org/drawingml/2006/main" name="Titular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4_TF45175639_Win32" id="{1A864940-DA9A-4E0B-A653-32046E0EB560}" vid="{01F66E1B-A3B0-4FA6-9892-691088E1D08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Presentación biografía</Template>
  <TotalTime>162</TotalTime>
  <Words>894</Words>
  <Application>Microsoft Office PowerPoint</Application>
  <PresentationFormat>Panorámica</PresentationFormat>
  <Paragraphs>88</Paragraphs>
  <Slides>14</Slides>
  <Notes>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Century Schoolbook</vt:lpstr>
      <vt:lpstr>Corbel</vt:lpstr>
      <vt:lpstr>Titulares</vt:lpstr>
      <vt:lpstr>Autodiciplina</vt:lpstr>
      <vt:lpstr>“La primera y gran victoria es conquistarse uno mismo.”  —Platón, filósofo</vt:lpstr>
      <vt:lpstr>Presentación de PowerPoint</vt:lpstr>
      <vt:lpstr>Ejemplo</vt:lpstr>
      <vt:lpstr>“Un hombre sin decisión de carácter nunca puede decir que pertenece a sí mismo …  Pertenece a cualquiera que pueda cautivarlo.”   —John Foster, autor </vt:lpstr>
      <vt:lpstr>Ejemplo</vt:lpstr>
      <vt:lpstr>EL REY DE LA COLINA </vt:lpstr>
      <vt:lpstr>Quien actúa únicamente cuando tiene la disposición, tiene ganas o le conviene, jamás alcanzará el éxito ni logrará que los demás lo sigan o lo respeten.</vt:lpstr>
      <vt:lpstr>Para realizar tareas importantes se necesitan solo dos elementos:  un plan y, en realidad, no demasiado tiempo…</vt:lpstr>
      <vt:lpstr>Dado que el tiempo siempre es escaso, la autodisciplina consiste en tener la capacidad de determinar qué es lo verdaderamente prioritario, concentrarse en ello y liberarse por completo de todo lo demás.</vt:lpstr>
      <vt:lpstr>Estilo de vida disciplinado tu meta</vt:lpstr>
      <vt:lpstr>Duda de tus excusas</vt:lpstr>
      <vt:lpstr>Elimina las recompensas hasta que esté hecho el trabajo</vt:lpstr>
      <vt:lpstr>Permanece concentrado en los resultados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Erik Santiago Alegria Rojas</dc:creator>
  <cp:lastModifiedBy>Erik Santiago Alegria Rojas</cp:lastModifiedBy>
  <cp:revision>5</cp:revision>
  <dcterms:created xsi:type="dcterms:W3CDTF">2026-06-29T16:06:05Z</dcterms:created>
  <dcterms:modified xsi:type="dcterms:W3CDTF">2026-06-29T20:02:48Z</dcterms:modified>
</cp:coreProperties>
</file>