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8288000" cy="10287000"/>
  <p:notesSz cx="6858000" cy="9144000"/>
  <p:embeddedFontLst>
    <p:embeddedFont>
      <p:font typeface="Arial Bold" panose="020B0604020202020204" charset="0"/>
      <p:regular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odec Pro" panose="020B0604020202020204" charset="0"/>
      <p:regular r:id="rId13"/>
    </p:embeddedFont>
    <p:embeddedFont>
      <p:font typeface="Codec Pro Bold" panose="020B0604020202020204" charset="0"/>
      <p:regular r:id="rId14"/>
    </p:embeddedFont>
    <p:embeddedFont>
      <p:font typeface="Codec Pro Ultra-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03384" y="-1675084"/>
            <a:ext cx="6000534" cy="3567590"/>
          </a:xfrm>
          <a:custGeom>
            <a:avLst/>
            <a:gdLst/>
            <a:ahLst/>
            <a:cxnLst/>
            <a:rect l="l" t="t" r="r" b="b"/>
            <a:pathLst>
              <a:path w="6000534" h="3567590">
                <a:moveTo>
                  <a:pt x="0" y="0"/>
                </a:moveTo>
                <a:lnTo>
                  <a:pt x="6000534" y="0"/>
                </a:lnTo>
                <a:lnTo>
                  <a:pt x="6000534" y="3567591"/>
                </a:lnTo>
                <a:lnTo>
                  <a:pt x="0" y="3567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542441" y="8591206"/>
            <a:ext cx="6000534" cy="3567590"/>
          </a:xfrm>
          <a:custGeom>
            <a:avLst/>
            <a:gdLst/>
            <a:ahLst/>
            <a:cxnLst/>
            <a:rect l="l" t="t" r="r" b="b"/>
            <a:pathLst>
              <a:path w="6000534" h="3567590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741048" y="537816"/>
            <a:ext cx="6000534" cy="3567590"/>
          </a:xfrm>
          <a:custGeom>
            <a:avLst/>
            <a:gdLst/>
            <a:ahLst/>
            <a:cxnLst/>
            <a:rect l="l" t="t" r="r" b="b"/>
            <a:pathLst>
              <a:path w="6000534" h="3567590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4180105" y="6181594"/>
            <a:ext cx="6000534" cy="3567590"/>
          </a:xfrm>
          <a:custGeom>
            <a:avLst/>
            <a:gdLst/>
            <a:ahLst/>
            <a:cxnLst/>
            <a:rect l="l" t="t" r="r" b="b"/>
            <a:pathLst>
              <a:path w="6000534" h="3567590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904533" y="-494599"/>
            <a:ext cx="5081972" cy="3021463"/>
          </a:xfrm>
          <a:custGeom>
            <a:avLst/>
            <a:gdLst/>
            <a:ahLst/>
            <a:cxnLst/>
            <a:rect l="l" t="t" r="r" b="b"/>
            <a:pathLst>
              <a:path w="5081972" h="3021463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3275713" y="4625635"/>
            <a:ext cx="5081972" cy="3021463"/>
          </a:xfrm>
          <a:custGeom>
            <a:avLst/>
            <a:gdLst/>
            <a:ahLst/>
            <a:cxnLst/>
            <a:rect l="l" t="t" r="r" b="b"/>
            <a:pathLst>
              <a:path w="5081972" h="3021463">
                <a:moveTo>
                  <a:pt x="0" y="0"/>
                </a:moveTo>
                <a:lnTo>
                  <a:pt x="5081972" y="0"/>
                </a:lnTo>
                <a:lnTo>
                  <a:pt x="5081972" y="3021463"/>
                </a:lnTo>
                <a:lnTo>
                  <a:pt x="0" y="302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4960748" y="7760135"/>
            <a:ext cx="5081972" cy="3021463"/>
          </a:xfrm>
          <a:custGeom>
            <a:avLst/>
            <a:gdLst/>
            <a:ahLst/>
            <a:cxnLst/>
            <a:rect l="l" t="t" r="r" b="b"/>
            <a:pathLst>
              <a:path w="5081972" h="3021463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6481741" y="2654155"/>
            <a:ext cx="5081972" cy="3021463"/>
          </a:xfrm>
          <a:custGeom>
            <a:avLst/>
            <a:gdLst/>
            <a:ahLst/>
            <a:cxnLst/>
            <a:rect l="l" t="t" r="r" b="b"/>
            <a:pathLst>
              <a:path w="5081972" h="3021463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065084" y="347575"/>
            <a:ext cx="11325786" cy="2940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34"/>
              </a:lnSpc>
            </a:pPr>
            <a:r>
              <a:rPr lang="en-US" sz="11206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INTELIGENCIA EMOCIONAL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348148" y="6263985"/>
            <a:ext cx="7225199" cy="2613316"/>
            <a:chOff x="0" y="0"/>
            <a:chExt cx="1356880" cy="1315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56880" cy="131540"/>
            </a:xfrm>
            <a:custGeom>
              <a:avLst/>
              <a:gdLst/>
              <a:ahLst/>
              <a:cxnLst/>
              <a:rect l="l" t="t" r="r" b="b"/>
              <a:pathLst>
                <a:path w="1356880" h="131540">
                  <a:moveTo>
                    <a:pt x="65770" y="0"/>
                  </a:moveTo>
                  <a:lnTo>
                    <a:pt x="1291110" y="0"/>
                  </a:lnTo>
                  <a:cubicBezTo>
                    <a:pt x="1327434" y="0"/>
                    <a:pt x="1356880" y="29446"/>
                    <a:pt x="1356880" y="65770"/>
                  </a:cubicBezTo>
                  <a:lnTo>
                    <a:pt x="1356880" y="65770"/>
                  </a:lnTo>
                  <a:cubicBezTo>
                    <a:pt x="1356880" y="83213"/>
                    <a:pt x="1349951" y="99942"/>
                    <a:pt x="1337617" y="112276"/>
                  </a:cubicBezTo>
                  <a:cubicBezTo>
                    <a:pt x="1325283" y="124611"/>
                    <a:pt x="1308554" y="131540"/>
                    <a:pt x="1291110" y="131540"/>
                  </a:cubicBezTo>
                  <a:lnTo>
                    <a:pt x="65770" y="131540"/>
                  </a:lnTo>
                  <a:cubicBezTo>
                    <a:pt x="29446" y="131540"/>
                    <a:pt x="0" y="102094"/>
                    <a:pt x="0" y="65770"/>
                  </a:cubicBezTo>
                  <a:lnTo>
                    <a:pt x="0" y="65770"/>
                  </a:lnTo>
                  <a:cubicBezTo>
                    <a:pt x="0" y="29446"/>
                    <a:pt x="29446" y="0"/>
                    <a:pt x="65770" y="0"/>
                  </a:cubicBezTo>
                  <a:close/>
                </a:path>
              </a:pathLst>
            </a:custGeom>
            <a:solidFill>
              <a:srgbClr val="5666F8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356880" cy="141065"/>
            </a:xfrm>
            <a:prstGeom prst="rect">
              <a:avLst/>
            </a:prstGeom>
          </p:spPr>
          <p:txBody>
            <a:bodyPr lIns="31918" tIns="31918" rIns="31918" bIns="31918" rtlCol="0" anchor="ctr"/>
            <a:lstStyle/>
            <a:p>
              <a:pPr algn="ctr">
                <a:lnSpc>
                  <a:spcPts val="1381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338223" y="6785314"/>
            <a:ext cx="5245047" cy="2010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0"/>
              </a:lnSpc>
            </a:pPr>
            <a:r>
              <a:rPr lang="en-US" sz="2787" b="1" spc="78" dirty="0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NICOLAS RUIZ COLORADO</a:t>
            </a:r>
          </a:p>
          <a:p>
            <a:pPr algn="ctr">
              <a:lnSpc>
                <a:spcPts val="2620"/>
              </a:lnSpc>
            </a:pPr>
            <a:r>
              <a:rPr lang="en-US" sz="2787" b="1" spc="78" dirty="0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ERIK SANTIAGO ALEGRIA</a:t>
            </a:r>
          </a:p>
          <a:p>
            <a:pPr algn="ctr">
              <a:lnSpc>
                <a:spcPts val="2620"/>
              </a:lnSpc>
            </a:pPr>
            <a:r>
              <a:rPr lang="en-US" sz="2787" b="1" spc="78" dirty="0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ANDRES FELIPE MONTANO</a:t>
            </a:r>
          </a:p>
          <a:p>
            <a:pPr algn="ctr">
              <a:lnSpc>
                <a:spcPts val="2620"/>
              </a:lnSpc>
            </a:pPr>
            <a:r>
              <a:rPr lang="en-US" sz="2787" b="1" spc="78" dirty="0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EMANUEL BONILLA</a:t>
            </a:r>
          </a:p>
          <a:p>
            <a:pPr algn="ctr">
              <a:lnSpc>
                <a:spcPts val="2620"/>
              </a:lnSpc>
            </a:pPr>
            <a:r>
              <a:rPr lang="en-US" sz="2787" b="1" spc="78" dirty="0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ASTRITH KATHERINE IMBACHI</a:t>
            </a:r>
          </a:p>
          <a:p>
            <a:pPr algn="ctr">
              <a:lnSpc>
                <a:spcPts val="2620"/>
              </a:lnSpc>
            </a:pPr>
            <a:r>
              <a:rPr lang="en-US" sz="2787" b="1" spc="78" dirty="0" err="1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Ficha</a:t>
            </a:r>
            <a:r>
              <a:rPr lang="en-US" sz="2787" b="1" spc="78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3312932 ADSO </a:t>
            </a:r>
            <a:endParaRPr lang="en-US" sz="2787" b="1" spc="78" dirty="0">
              <a:solidFill>
                <a:srgbClr val="E4E5EC"/>
              </a:solidFill>
              <a:latin typeface="Codec Pro Bold"/>
              <a:ea typeface="Codec Pro Bold"/>
              <a:cs typeface="Codec Pro Bold"/>
              <a:sym typeface="Codec Pro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1935" y="695244"/>
            <a:ext cx="16764130" cy="8896513"/>
          </a:xfrm>
          <a:custGeom>
            <a:avLst/>
            <a:gdLst/>
            <a:ahLst/>
            <a:cxnLst/>
            <a:rect l="l" t="t" r="r" b="b"/>
            <a:pathLst>
              <a:path w="16764130" h="8896513">
                <a:moveTo>
                  <a:pt x="0" y="0"/>
                </a:moveTo>
                <a:lnTo>
                  <a:pt x="16764130" y="0"/>
                </a:lnTo>
                <a:lnTo>
                  <a:pt x="16764130" y="8896512"/>
                </a:lnTo>
                <a:lnTo>
                  <a:pt x="0" y="88965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7000"/>
            </a:blip>
            <a:stretch>
              <a:fillRect t="-12419" b="-1241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062468" y="1028700"/>
            <a:ext cx="5298813" cy="8229600"/>
            <a:chOff x="0" y="0"/>
            <a:chExt cx="1395572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5572" cy="2167467"/>
            </a:xfrm>
            <a:custGeom>
              <a:avLst/>
              <a:gdLst/>
              <a:ahLst/>
              <a:cxnLst/>
              <a:rect l="l" t="t" r="r" b="b"/>
              <a:pathLst>
                <a:path w="1395572" h="2167467">
                  <a:moveTo>
                    <a:pt x="46754" y="0"/>
                  </a:moveTo>
                  <a:lnTo>
                    <a:pt x="1348818" y="0"/>
                  </a:lnTo>
                  <a:cubicBezTo>
                    <a:pt x="1374640" y="0"/>
                    <a:pt x="1395572" y="20933"/>
                    <a:pt x="1395572" y="46754"/>
                  </a:cubicBezTo>
                  <a:lnTo>
                    <a:pt x="1395572" y="2120713"/>
                  </a:lnTo>
                  <a:cubicBezTo>
                    <a:pt x="1395572" y="2146534"/>
                    <a:pt x="1374640" y="2167467"/>
                    <a:pt x="1348818" y="2167467"/>
                  </a:cubicBezTo>
                  <a:lnTo>
                    <a:pt x="46754" y="2167467"/>
                  </a:lnTo>
                  <a:cubicBezTo>
                    <a:pt x="34354" y="2167467"/>
                    <a:pt x="22462" y="2162541"/>
                    <a:pt x="13694" y="2153773"/>
                  </a:cubicBezTo>
                  <a:cubicBezTo>
                    <a:pt x="4926" y="2145005"/>
                    <a:pt x="0" y="2133113"/>
                    <a:pt x="0" y="2120713"/>
                  </a:cubicBezTo>
                  <a:lnTo>
                    <a:pt x="0" y="46754"/>
                  </a:lnTo>
                  <a:cubicBezTo>
                    <a:pt x="0" y="34354"/>
                    <a:pt x="4926" y="22462"/>
                    <a:pt x="13694" y="13694"/>
                  </a:cubicBezTo>
                  <a:cubicBezTo>
                    <a:pt x="22462" y="4926"/>
                    <a:pt x="34354" y="0"/>
                    <a:pt x="46754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5572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606100" y="623092"/>
            <a:ext cx="2726935" cy="1621287"/>
          </a:xfrm>
          <a:custGeom>
            <a:avLst/>
            <a:gdLst/>
            <a:ahLst/>
            <a:cxnLst/>
            <a:rect l="l" t="t" r="r" b="b"/>
            <a:pathLst>
              <a:path w="2726935" h="1621287">
                <a:moveTo>
                  <a:pt x="0" y="0"/>
                </a:moveTo>
                <a:lnTo>
                  <a:pt x="2726935" y="0"/>
                </a:lnTo>
                <a:lnTo>
                  <a:pt x="2726935" y="1621287"/>
                </a:lnTo>
                <a:lnTo>
                  <a:pt x="0" y="162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902430" y="1689752"/>
            <a:ext cx="2599390" cy="1545456"/>
          </a:xfrm>
          <a:custGeom>
            <a:avLst/>
            <a:gdLst/>
            <a:ahLst/>
            <a:cxnLst/>
            <a:rect l="l" t="t" r="r" b="b"/>
            <a:pathLst>
              <a:path w="2599390" h="1545456">
                <a:moveTo>
                  <a:pt x="0" y="0"/>
                </a:moveTo>
                <a:lnTo>
                  <a:pt x="2599391" y="0"/>
                </a:lnTo>
                <a:lnTo>
                  <a:pt x="2599391" y="1545455"/>
                </a:lnTo>
                <a:lnTo>
                  <a:pt x="0" y="15454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172870" y="1028700"/>
            <a:ext cx="5188411" cy="8229600"/>
          </a:xfrm>
          <a:custGeom>
            <a:avLst/>
            <a:gdLst/>
            <a:ahLst/>
            <a:cxnLst/>
            <a:rect l="l" t="t" r="r" b="b"/>
            <a:pathLst>
              <a:path w="5188411" h="8229600">
                <a:moveTo>
                  <a:pt x="0" y="0"/>
                </a:moveTo>
                <a:lnTo>
                  <a:pt x="5188411" y="0"/>
                </a:lnTo>
                <a:lnTo>
                  <a:pt x="518841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650" t="-428" b="-428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20624" y="0"/>
            <a:ext cx="7668455" cy="10401374"/>
          </a:xfrm>
          <a:custGeom>
            <a:avLst/>
            <a:gdLst/>
            <a:ahLst/>
            <a:cxnLst/>
            <a:rect l="l" t="t" r="r" b="b"/>
            <a:pathLst>
              <a:path w="7668455" h="10401374">
                <a:moveTo>
                  <a:pt x="0" y="0"/>
                </a:moveTo>
                <a:lnTo>
                  <a:pt x="7668455" y="0"/>
                </a:lnTo>
                <a:lnTo>
                  <a:pt x="7668455" y="10401374"/>
                </a:lnTo>
                <a:lnTo>
                  <a:pt x="0" y="10401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3563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39536" y="-549566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214315" y="479227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000792" y="-422617"/>
            <a:ext cx="2362646" cy="1404701"/>
          </a:xfrm>
          <a:custGeom>
            <a:avLst/>
            <a:gdLst/>
            <a:ahLst/>
            <a:cxnLst/>
            <a:rect l="l" t="t" r="r" b="b"/>
            <a:pathLst>
              <a:path w="2362646" h="1404701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39536" y="9177967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214315" y="8234368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V="1">
            <a:off x="-1000792" y="9238143"/>
            <a:ext cx="2362646" cy="1404701"/>
          </a:xfrm>
          <a:custGeom>
            <a:avLst/>
            <a:gdLst/>
            <a:ahLst/>
            <a:cxnLst/>
            <a:rect l="l" t="t" r="r" b="b"/>
            <a:pathLst>
              <a:path w="2362646" h="1404701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856777" y="1442042"/>
            <a:ext cx="6792326" cy="6792326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1270" cy="6350000"/>
            </a:xfrm>
            <a:custGeom>
              <a:avLst/>
              <a:gdLst/>
              <a:ahLst/>
              <a:cxnLst/>
              <a:rect l="l" t="t" r="r" b="b"/>
              <a:pathLst>
                <a:path w="6351270" h="6350000">
                  <a:moveTo>
                    <a:pt x="5985510" y="0"/>
                  </a:moveTo>
                  <a:lnTo>
                    <a:pt x="364490" y="0"/>
                  </a:lnTo>
                  <a:cubicBezTo>
                    <a:pt x="162560" y="0"/>
                    <a:pt x="0" y="162560"/>
                    <a:pt x="0" y="364490"/>
                  </a:cubicBezTo>
                  <a:lnTo>
                    <a:pt x="0" y="5986780"/>
                  </a:lnTo>
                  <a:cubicBezTo>
                    <a:pt x="0" y="6187440"/>
                    <a:pt x="162560" y="6350000"/>
                    <a:pt x="364490" y="6350000"/>
                  </a:cubicBezTo>
                  <a:lnTo>
                    <a:pt x="5986780" y="6350000"/>
                  </a:lnTo>
                  <a:cubicBezTo>
                    <a:pt x="6187440" y="6350000"/>
                    <a:pt x="6351270" y="6187440"/>
                    <a:pt x="6351270" y="5985510"/>
                  </a:cubicBezTo>
                  <a:lnTo>
                    <a:pt x="6351270" y="364490"/>
                  </a:lnTo>
                  <a:cubicBezTo>
                    <a:pt x="6350000" y="162560"/>
                    <a:pt x="6187440" y="0"/>
                    <a:pt x="5985510" y="0"/>
                  </a:cubicBezTo>
                  <a:close/>
                </a:path>
              </a:pathLst>
            </a:custGeom>
            <a:blipFill>
              <a:blip r:embed="rId6"/>
              <a:stretch>
                <a:fillRect l="-49980" r="-4998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3917943" y="49713"/>
            <a:ext cx="6702926" cy="91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1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ACROSTICO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75378" y="1164530"/>
            <a:ext cx="8591601" cy="800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I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lumino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mi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camino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al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reconocer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lo que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siento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N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ace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en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mi interior la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fuerza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del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entendimiento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T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razo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mis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decisiones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con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calma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y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reflexión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xpreso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mis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emociones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con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respeto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y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corazón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L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ibero mis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impulsos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con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sabiduría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y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razón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I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nterpreto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sentimientos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con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atención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y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Comprensión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G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uío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mis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acciones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hacia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una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mejor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dirección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mpatizo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con los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demás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desde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la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sinceridad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N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utro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cada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relación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con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afecto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y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lealtad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C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ontrolo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mis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reacciones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con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serenidad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I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nspiro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confianza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mediante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la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honestidad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A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ctúo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con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responsabilidad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y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amabilidad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endParaRPr lang="en-US" sz="2399" dirty="0">
              <a:solidFill>
                <a:srgbClr val="15193E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E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ntiendo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que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cada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emoción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tiene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algo que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enseñar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M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anejo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las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dificultades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sin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dejarme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derrotar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riento mis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pensamientos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hacia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el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bienestar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C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omprendo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a los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demás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antes de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juzgar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I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mpulso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relaciones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que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ayudan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a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crecer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O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bservo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mis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emociones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para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aprender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N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unca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dejo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de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esforzarme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por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mejorar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A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fronto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los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desafíos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con valor y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dignidad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  <a:p>
            <a:pPr algn="l">
              <a:lnSpc>
                <a:spcPts val="2879"/>
              </a:lnSpc>
            </a:pPr>
            <a:r>
              <a:rPr lang="en-US" sz="2399" dirty="0" err="1">
                <a:solidFill>
                  <a:srgbClr val="FF3131"/>
                </a:solidFill>
                <a:latin typeface="Codec Pro"/>
                <a:ea typeface="Codec Pro"/>
                <a:cs typeface="Codec Pro"/>
                <a:sym typeface="Codec Pro"/>
              </a:rPr>
              <a:t>L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idero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mi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vida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con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empatía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 y </a:t>
            </a:r>
            <a:r>
              <a:rPr lang="en-US" sz="2399" dirty="0" err="1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tranquilidad</a:t>
            </a:r>
            <a:r>
              <a:rPr lang="en-US" sz="2399" dirty="0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7795" y="-549566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626102" y="-549566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2789693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3" y="1658599"/>
                </a:lnTo>
                <a:lnTo>
                  <a:pt x="27896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60994" y="451930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559302" y="451930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47471" y="-422617"/>
            <a:ext cx="2362646" cy="1404701"/>
          </a:xfrm>
          <a:custGeom>
            <a:avLst/>
            <a:gdLst/>
            <a:ahLst/>
            <a:cxnLst/>
            <a:rect l="l" t="t" r="r" b="b"/>
            <a:pathLst>
              <a:path w="2362646" h="1404701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6772825" y="-422617"/>
            <a:ext cx="2362646" cy="1404701"/>
          </a:xfrm>
          <a:custGeom>
            <a:avLst/>
            <a:gdLst/>
            <a:ahLst/>
            <a:cxnLst/>
            <a:rect l="l" t="t" r="r" b="b"/>
            <a:pathLst>
              <a:path w="2362646" h="1404701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9416472"/>
            <a:ext cx="18288000" cy="870528"/>
          </a:xfrm>
          <a:custGeom>
            <a:avLst/>
            <a:gdLst/>
            <a:ahLst/>
            <a:cxnLst/>
            <a:rect l="l" t="t" r="r" b="b"/>
            <a:pathLst>
              <a:path w="18288000" h="870528">
                <a:moveTo>
                  <a:pt x="0" y="0"/>
                </a:moveTo>
                <a:lnTo>
                  <a:pt x="18288000" y="0"/>
                </a:lnTo>
                <a:lnTo>
                  <a:pt x="18288000" y="870528"/>
                </a:lnTo>
                <a:lnTo>
                  <a:pt x="0" y="87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00079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117425" y="442405"/>
            <a:ext cx="6700793" cy="814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  <a:spcBef>
                <a:spcPct val="0"/>
              </a:spcBef>
            </a:pPr>
            <a:r>
              <a:rPr lang="en-US" sz="2884" b="1" spc="196">
                <a:solidFill>
                  <a:srgbClr val="000000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EL MAPA ES DIFERENTE AL TERRITORIO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69738" y="2956023"/>
            <a:ext cx="7882640" cy="4595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1"/>
              </a:lnSpc>
              <a:spcBef>
                <a:spcPct val="0"/>
              </a:spcBef>
            </a:pPr>
            <a:r>
              <a:rPr lang="en-US" sz="2399" b="1" spc="16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MARÍA ACABA DE INGRESAR A UNA NUEVA EMPRESA. DURANTE SUS PRIMERAS SEMANAS ESCUCHA COMENTARIOS DE ALGUNOS COMPAÑEROS QUE DESCRIBEN AL JEFE COMO UNA PERSONA ESTRICTA, POCO AMIGABLE Y DIFÍCIL DE TRATAR. CON ESA INFORMACIÓN, MARÍA CREA UNA IMAGEN NEGATIVA DE ÉL.</a:t>
            </a:r>
          </a:p>
          <a:p>
            <a:pPr algn="l">
              <a:lnSpc>
                <a:spcPts val="2471"/>
              </a:lnSpc>
              <a:spcBef>
                <a:spcPct val="0"/>
              </a:spcBef>
            </a:pPr>
            <a:endParaRPr lang="en-US" sz="2399" b="1" spc="163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l">
              <a:lnSpc>
                <a:spcPts val="2471"/>
              </a:lnSpc>
              <a:spcBef>
                <a:spcPct val="0"/>
              </a:spcBef>
            </a:pPr>
            <a:r>
              <a:rPr lang="en-US" sz="2399" b="1" spc="16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SIN EMBARGO, CUANDO TIENE LA OPORTUNIDAD DE TRABAJAR DIRECTAMENTE CON EL JEFE, DESCUBRE QUE, AUNQUE ES EXIGENTE, TAMBIÉN ES RESPETUOSO, JUSTO Y SIEMPRE ESTÁ DISPUESTO A AYUDAR CUANDO ALGUIEN TIENE DIFICULTADES.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9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7795" y="-549566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060994" y="451930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847471" y="-422617"/>
            <a:ext cx="2362646" cy="1404701"/>
          </a:xfrm>
          <a:custGeom>
            <a:avLst/>
            <a:gdLst/>
            <a:ahLst/>
            <a:cxnLst/>
            <a:rect l="l" t="t" r="r" b="b"/>
            <a:pathLst>
              <a:path w="2362646" h="1404701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5682795" y="9177967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6559302" y="8234368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6772825" y="9238143"/>
            <a:ext cx="2362646" cy="1404701"/>
          </a:xfrm>
          <a:custGeom>
            <a:avLst/>
            <a:gdLst/>
            <a:ahLst/>
            <a:cxnLst/>
            <a:rect l="l" t="t" r="r" b="b"/>
            <a:pathLst>
              <a:path w="2362646" h="1404701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883344" y="1658468"/>
            <a:ext cx="5144338" cy="7782437"/>
          </a:xfrm>
          <a:custGeom>
            <a:avLst/>
            <a:gdLst/>
            <a:ahLst/>
            <a:cxnLst/>
            <a:rect l="l" t="t" r="r" b="b"/>
            <a:pathLst>
              <a:path w="5144338" h="7782437">
                <a:moveTo>
                  <a:pt x="0" y="0"/>
                </a:moveTo>
                <a:lnTo>
                  <a:pt x="5144338" y="0"/>
                </a:lnTo>
                <a:lnTo>
                  <a:pt x="5144338" y="7782437"/>
                </a:lnTo>
                <a:lnTo>
                  <a:pt x="0" y="77824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188" r="-3188" b="-3198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856042" y="1921407"/>
            <a:ext cx="5798520" cy="7256561"/>
          </a:xfrm>
          <a:custGeom>
            <a:avLst/>
            <a:gdLst/>
            <a:ahLst/>
            <a:cxnLst/>
            <a:rect l="l" t="t" r="r" b="b"/>
            <a:pathLst>
              <a:path w="5798520" h="7256561">
                <a:moveTo>
                  <a:pt x="0" y="0"/>
                </a:moveTo>
                <a:lnTo>
                  <a:pt x="5798520" y="0"/>
                </a:lnTo>
                <a:lnTo>
                  <a:pt x="5798520" y="7256560"/>
                </a:lnTo>
                <a:lnTo>
                  <a:pt x="0" y="72565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86" b="-2686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A8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07933" y="3041215"/>
            <a:ext cx="9574206" cy="3043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  <a:spcBef>
                <a:spcPct val="0"/>
              </a:spcBef>
            </a:pPr>
            <a:r>
              <a:rPr lang="en-US" sz="2884" b="1" spc="196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CARLOS ESTUDIA PARA SUS EXÁMENES LEYENDO LOS APUNTES UNA Y OTRA VEZ. A PESAR DE DEDICAR MUCHAS HORAS, OBTIENE BAJAS CALIFICACIONES. EN LUGAR DE SEGUIR UTILIZANDO EL MISMO MÉTODO, DECIDE PROBAR NUEVAS ESTRATEGIAS: REALIZA MAPAS CONCEPTUALES, RESUELVE EJERCICIOS PRÁCTICOS Y ESTUDIA EN GRUPO.</a:t>
            </a:r>
          </a:p>
        </p:txBody>
      </p:sp>
      <p:sp>
        <p:nvSpPr>
          <p:cNvPr id="3" name="Freeform 3"/>
          <p:cNvSpPr/>
          <p:nvPr/>
        </p:nvSpPr>
        <p:spPr>
          <a:xfrm>
            <a:off x="-127795" y="-549566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60994" y="451930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847471" y="-422617"/>
            <a:ext cx="2362646" cy="1404701"/>
          </a:xfrm>
          <a:custGeom>
            <a:avLst/>
            <a:gdLst/>
            <a:ahLst/>
            <a:cxnLst/>
            <a:rect l="l" t="t" r="r" b="b"/>
            <a:pathLst>
              <a:path w="2362646" h="1404701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15682795" y="9177967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6559302" y="8234368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2789692" y="1658599"/>
                </a:moveTo>
                <a:lnTo>
                  <a:pt x="0" y="1658599"/>
                </a:lnTo>
                <a:lnTo>
                  <a:pt x="0" y="0"/>
                </a:lnTo>
                <a:lnTo>
                  <a:pt x="2789692" y="0"/>
                </a:lnTo>
                <a:lnTo>
                  <a:pt x="2789692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6772825" y="9238143"/>
            <a:ext cx="2362646" cy="1404701"/>
          </a:xfrm>
          <a:custGeom>
            <a:avLst/>
            <a:gdLst/>
            <a:ahLst/>
            <a:cxnLst/>
            <a:rect l="l" t="t" r="r" b="b"/>
            <a:pathLst>
              <a:path w="2362646" h="1404701">
                <a:moveTo>
                  <a:pt x="2362646" y="1404701"/>
                </a:moveTo>
                <a:lnTo>
                  <a:pt x="0" y="1404701"/>
                </a:lnTo>
                <a:lnTo>
                  <a:pt x="0" y="0"/>
                </a:lnTo>
                <a:lnTo>
                  <a:pt x="2362646" y="0"/>
                </a:lnTo>
                <a:lnTo>
                  <a:pt x="2362646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356897" y="696897"/>
            <a:ext cx="10876278" cy="814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  <a:spcBef>
                <a:spcPct val="0"/>
              </a:spcBef>
            </a:pPr>
            <a:r>
              <a:rPr lang="en-US" sz="2884" b="1" spc="196">
                <a:solidFill>
                  <a:srgbClr val="FFFFFF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SI LO QUE HACES ES DISFUNCIONAL, HAZ OTRA COSA, HAZ CUALQUIER OTRA COSA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332</Words>
  <Application>Microsoft Office PowerPoint</Application>
  <PresentationFormat>Personalizado</PresentationFormat>
  <Paragraphs>36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Calibri</vt:lpstr>
      <vt:lpstr>Arial Bold</vt:lpstr>
      <vt:lpstr>Codec Pro</vt:lpstr>
      <vt:lpstr>Arial</vt:lpstr>
      <vt:lpstr>Codec Pro Bold</vt:lpstr>
      <vt:lpstr>Codec Pro Ultra-Bold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de Negocios Moderno Azul</dc:title>
  <cp:lastModifiedBy>Nicolas</cp:lastModifiedBy>
  <cp:revision>4</cp:revision>
  <dcterms:created xsi:type="dcterms:W3CDTF">2006-08-16T00:00:00Z</dcterms:created>
  <dcterms:modified xsi:type="dcterms:W3CDTF">2026-06-08T01:32:11Z</dcterms:modified>
  <dc:identifier>DAHLoB7duhU</dc:identifier>
</cp:coreProperties>
</file>