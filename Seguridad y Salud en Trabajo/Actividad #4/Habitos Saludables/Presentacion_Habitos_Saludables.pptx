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73152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6A34A"/>
                </a:solidFill>
              </a:defRPr>
            </a:pPr>
            <a:r>
              <a:t>ACTIVIDAD #4 • RIESGO PSICOLABORAL</a:t>
            </a:r>
          </a:p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Hábitos Saludables y Bienestar Laboral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Impacto de los estilos de vida en la salud mental, el autocuidado y el rendimiento profesional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31920"/>
            <a:ext cx="10362895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114800"/>
            <a:ext cx="9784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200">
                <a:solidFill>
                  <a:srgbClr val="16A34A"/>
                </a:solidFill>
              </a:rPr>
              <a:t>Aprendiz: </a:t>
            </a:r>
            <a:r>
              <a:rPr sz="1200">
                <a:solidFill>
                  <a:srgbClr val="F1F5F9"/>
                </a:solidFill>
              </a:rPr>
              <a:t>Erik Santiago Alegría Rojas  |  Ficha: 3312932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16A34A"/>
                </a:solidFill>
              </a:rPr>
              <a:t>Instructora: </a:t>
            </a:r>
            <a:r>
              <a:rPr sz="1200">
                <a:solidFill>
                  <a:srgbClr val="F1F5F9"/>
                </a:solidFill>
              </a:rPr>
              <a:t>Sandra Carolina Cerón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16A34A"/>
                </a:solidFill>
              </a:rPr>
              <a:t>Programa: </a:t>
            </a:r>
            <a:r>
              <a:rPr sz="1200">
                <a:solidFill>
                  <a:srgbClr val="F1F5F9"/>
                </a:solidFill>
              </a:rPr>
              <a:t>Tecnólogo en Análisis y Desarrollo de Software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16A34A"/>
                </a:solidFill>
              </a:rPr>
              <a:t>Institución: </a:t>
            </a:r>
            <a:r>
              <a:rPr sz="1200">
                <a:solidFill>
                  <a:srgbClr val="F1F5F9"/>
                </a:solidFill>
              </a:rPr>
              <a:t>Servicio Nacional de Aprendizaje SENA — CTPI, Regional Cauca (Popayán)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16A34A"/>
                </a:solidFill>
              </a:rPr>
              <a:t>Fecha: </a:t>
            </a:r>
            <a:r>
              <a:rPr sz="1200">
                <a:solidFill>
                  <a:srgbClr val="F1F5F9"/>
                </a:solidFill>
              </a:rPr>
              <a:t>31 de agosto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MARCO CONCEPTUALMENTE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Hábitos Saludables y Riesgo Psicolaboral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Definiciones y la interacción entre estilo de vida y entorno de trabajo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914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Riesgo Psicolaboral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Relación entre los hábitos de vida (ejercicio, alimentación, descanso, manejo del estrés) y el entorno laboral, impactando la salud mental, el bienestar y el rendimiento.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914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Hábitos Saludables Laborales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Comportamientos recurrentes dentro y fuera del trabajo (alimentación equilibrada, sueño, ergonomía, hidratación y pausas activas) que protegen la salud.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5120640" cy="914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Estilo de Vida Sedentario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Patrones de conducta individuales que, sumados a altas exigencias del trabajo, aumentan la vulnerabilidad ante el estrés, la fatiga y lesiones.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1148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4114800"/>
            <a:ext cx="5120640" cy="914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Presentismo y Absentismo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La carencia de hábitos saludables provoca ausencias laborales frecuentes (absentismo) o asistir sin energía ni concentración (presentismo).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ANÁLISIS DEL RIESGO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Características del Riesgo Psicolaboral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Atributos clave que determinan la evolución e impacto del riesgo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914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Multidimensional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Afecta al cuerpo: Genera fatiga física y dolores musculares.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Afecta a la mente: Produce ansiedad, estrés y falta de foco.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Afecta a la conducta: Origina irritabilidad, desmotivación y apatía.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25696" y="1645920"/>
            <a:ext cx="3328416" cy="914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82880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Acumulativo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Impacto Progresivo: Malos hábitos como el insomnio o la mala alimentación no se notan de inmediato.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Efecto a Largo Plazo: El deterioro físico y mental se profundiza de forma continua tras varios meses.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19872" y="1645920"/>
            <a:ext cx="3328416" cy="914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82880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Interdependiente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Círculo Vicioso: La sobrecarga laboral deteriora los hábitos saludables.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Vulnerabilidad: La falta de autocuidado reduce la capacidad de resistencia al estrés laboral.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FACTORES DE ORIGEN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Causas Principales del Riesgo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Condiciones organizacionales y operativas que propician malos hábitos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914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Jornadas Extenuantes y Falta de Pausas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Impedimento de realizar pausas activas o de comer a horas regulares durante la jornada de trabajo.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914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Turnos Nocturnos o Rotativos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Alteración severa del ritmo circadiano, afectando la calidad y duración del sueño reparador.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5120640" cy="914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Entornos de Trabajo Sedentarios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Largas horas continuas en postura sentada frente a pantallas de computador sin cambios de postura.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1148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4114800"/>
            <a:ext cx="5120640" cy="914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Cultura Organizacional Nociva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Normalización del sobreesfuerzo, la falta de descanso y la exigencia de hiperconexión fuera de horario.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EFECTOS E IMPACTO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Consecuencias por Nivel de Afectación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Manifestaciones físicas, psicológicas y organizacionales del riesgo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9144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Físico / Biológico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Síndrome metabólico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Hipertensión arterial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Problemas gastrointestinales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Trastornos musculoesqueléticos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25696" y="1645920"/>
            <a:ext cx="3328416" cy="914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82880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Psicológico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Síndrome de Burnout (agotamiento)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Cuadros depresivos y ansiedad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Irritabilidad y cambios de humor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Fallas de memoria y concentración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19872" y="1645920"/>
            <a:ext cx="3328416" cy="914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82880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Organizacional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Errores y fallas operativas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Incremento de accidentes de trabajo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Ausentismo recurrente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Disminución de la productividad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PREVENCIÓN Y PROTECCIÓN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Factores Protectores Institucionales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Elementos del entorno laboral que promueven la salud y el bienestar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914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Educación y Cultura en Nutrición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Garantizar la disponibilidad de opciones alimentarias sanas y puntos de hidratación accesible dentro de la empresa.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914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Programas de Pausas Activas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Implementar rutinas guiadas de estiramiento, movilidad y relajación física durante la jornada laboral.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5120640" cy="914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Desconexión Laboral Efectiva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Respeto estricto de los horarios de descanso, fines de semana y períodos de vacaciones.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1148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4114800"/>
            <a:ext cx="5120640" cy="914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Infraestructura Preventiva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Espacios físicos e instalaciones adecuadas para el descanso, la alimentación y la actividad física.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EVIDENCIA EMPÍRICA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Estadísticas Destacadas y Datos Clave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Datos de la OMS y estudios ocupacionales sobre hábitos saludables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10972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16A34A"/>
                </a:solidFill>
              </a:defRPr>
            </a:pPr>
            <a:r>
              <a:t>4.º Factor</a:t>
            </a:r>
          </a:p>
          <a:p>
            <a:pPr>
              <a:spcAft>
                <a:spcPts val="1600"/>
              </a:spcAft>
              <a:defRPr sz="1400" b="1">
                <a:solidFill>
                  <a:srgbClr val="0F172A"/>
                </a:solidFill>
              </a:defRPr>
            </a:pPr>
            <a:r>
              <a:t>Mortalidad Global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La OMS señala que la inactividad física es el 4.º factor de riesgo de mortalidad global y causa hasta el 30% de cardiopatías isquémicas.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25696" y="1645920"/>
            <a:ext cx="3328416" cy="10972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201168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D97706"/>
                </a:solidFill>
              </a:defRPr>
            </a:pPr>
            <a:r>
              <a:t>1.62x</a:t>
            </a:r>
          </a:p>
          <a:p>
            <a:pPr>
              <a:spcAft>
                <a:spcPts val="1600"/>
              </a:spcAft>
              <a:defRPr sz="1400" b="1">
                <a:solidFill>
                  <a:srgbClr val="0F172A"/>
                </a:solidFill>
              </a:defRPr>
            </a:pPr>
            <a:r>
              <a:t>Riesgo de Accidentes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Estudios ocupacionales demuestran que trabajadores con privación de sueño tienen 1.62 veces mayor riesgo de accidentes laborales.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19872" y="1645920"/>
            <a:ext cx="3328416" cy="10972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2011680"/>
            <a:ext cx="296265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0D9488"/>
                </a:solidFill>
              </a:defRPr>
            </a:pPr>
            <a:r>
              <a:t>$2.30 - $3.00</a:t>
            </a:r>
          </a:p>
          <a:p>
            <a:pPr>
              <a:spcAft>
                <a:spcPts val="1600"/>
              </a:spcAft>
              <a:defRPr sz="1400" b="1">
                <a:solidFill>
                  <a:srgbClr val="0F172A"/>
                </a:solidFill>
              </a:defRPr>
            </a:pPr>
            <a:r>
              <a:t>Retorno de Inversión (ROI)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Por cada $1 investido en programas de bienestar, las organizaciones ahorran de $2.30 a $3.00 en reducción de ausentismo y costos de salud.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DINÁMICA DE TRABAJO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Impacto en el Entorno y Clima Laboral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Cómo la falta de hábitos saludables degrada el funcionamiento organizacional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28416" cy="914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Baja Energía y Clima Tenso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La fatiga física e irascibilidad producto de malos hábitos deteriora el trabajo en equipo.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Genera fricciones interpersonales y un ambiente de trabajo tenso y poco colaborativo.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25696" y="1645920"/>
            <a:ext cx="3328416" cy="9144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82880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Aumento de la Siniestralidad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La falta de sueño o mala nutrición disminuyen severamente los tiempos de reacción.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Incrementa la probabilidad de errores y accidentes en áreas operativas y de riesgo.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19872" y="1645920"/>
            <a:ext cx="3328416" cy="914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828800"/>
            <a:ext cx="2962656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Rotación y Desinterés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La ausencia de autocuidado incrementa la insatisfacción general con el trabajo.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Conduce al desinterés profesional (quiet quitting) y eleva los índices de rotación de personal.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PLAN DE ACCIÓN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Estrategias de Mejora y Afrontamiento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Intervención en dos niveles: Promoción de Salud en el Trabajo y Autocuidado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914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Organizacionales (Promoción de la Salud - PST)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Pausas Activas y Mindfulness: Implementar rutinas institucionales guiadas de 10 a 15 minutos diarios.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Horarios de Alimentación: Flexibilizar o estandarizar turnos para asegurar la nutrición a horas adecuadas.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Campañas Concientización: Capacitación sobre higiene del sueño, ergonomía y manejo del estrés.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Convenios e Instalaciones: Facilitar convenios o espacios para la práctica regular de actividad física.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914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Individuales (Autocuidado del Trabajador)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Higiene del Sueño: Dormir de 7 a 8 horas continuas y evitar el uso de pantallas al menos 1 hora antes de acostarse.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Alimentación Consciente: Planificar comidas diarias priorizando alimentos no procesados y buena hidratación.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• Movimiento Frecuente: Romper la postura sentada cada 45-60 minutos con caminatas breves o estiramientos.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CONCLUSIONES Y VALOR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Importancia de Intervenir este Riesgo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Beneficios estratégicos para el trabajador y la organización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914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Prevención de Enfermedades Crónicas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Evita el desarrollo de patologías laborales graves y crónicas a mediano y largo plazo.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914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Optimización del Desempeño Mental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La actividad física y el sueño reparador incrementan la concentración, la memoria y la toma de decisiones.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5120640" cy="914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Cultura de Trabajo Sostenible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Fomenta organizaciones saludables donde el alto rendimiento no se logre a costa de la salud del trabajador.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1148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4114800"/>
            <a:ext cx="5120640" cy="9144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Sostenibilidad del SG-SST</a:t>
            </a:r>
          </a:p>
          <a:p>
            <a:pPr>
              <a:spcAft>
                <a:spcPts val="600"/>
              </a:spcAft>
              <a:defRPr sz="1100">
                <a:solidFill>
                  <a:srgbClr val="1E293B"/>
                </a:solidFill>
              </a:defRPr>
            </a:pPr>
            <a:r>
              <a:t>Disminuye de forma directa los indicadores de ausentismo, incapacidades y siniestralidad laboral.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